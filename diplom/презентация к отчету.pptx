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-23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097"/>
          <c:w val="0.46171437940587257"/>
          <c:h val="0.63613981162586908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252"/>
          <c:y val="0.26828827962204765"/>
          <c:w val="0.47075011378664028"/>
          <c:h val="0.6161777772581668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73439104"/>
        <c:axId val="73440640"/>
      </c:barChart>
      <c:catAx>
        <c:axId val="73439104"/>
        <c:scaling>
          <c:orientation val="minMax"/>
        </c:scaling>
        <c:axPos val="b"/>
        <c:numFmt formatCode="General" sourceLinked="1"/>
        <c:tickLblPos val="nextTo"/>
        <c:crossAx val="73440640"/>
        <c:crosses val="autoZero"/>
        <c:auto val="1"/>
        <c:lblAlgn val="ctr"/>
        <c:lblOffset val="100"/>
      </c:catAx>
      <c:valAx>
        <c:axId val="73440640"/>
        <c:scaling>
          <c:orientation val="minMax"/>
        </c:scaling>
        <c:axPos val="l"/>
        <c:majorGridlines/>
        <c:numFmt formatCode="General" sourceLinked="1"/>
        <c:tickLblPos val="nextTo"/>
        <c:crossAx val="73439104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09.05.2016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09.05.2016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Отчет по производственной практике на ПАО «Радиозавод» в городе Кыштыме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r>
              <a:rPr lang="ru-RU" dirty="0" smtClean="0"/>
              <a:t>Руководитель практики от предприятия: начальник ОИАС </a:t>
            </a:r>
          </a:p>
          <a:p>
            <a:r>
              <a:rPr lang="ru-RU" dirty="0" err="1" smtClean="0"/>
              <a:t>Чуфаров</a:t>
            </a:r>
            <a:r>
              <a:rPr lang="ru-RU" dirty="0" smtClean="0"/>
              <a:t> Игорь Георгиевич</a:t>
            </a:r>
            <a:endParaRPr lang="ru-RU" dirty="0"/>
          </a:p>
          <a:p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практики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</a:t>
            </a:r>
          </a:p>
          <a:p>
            <a:r>
              <a:rPr lang="ru-RU" dirty="0" smtClean="0"/>
              <a:t>Объект исследования: </a:t>
            </a:r>
          </a:p>
          <a:p>
            <a:pPr>
              <a:buNone/>
            </a:pPr>
            <a:r>
              <a:rPr lang="ru-RU" dirty="0" smtClean="0"/>
              <a:t>	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	 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18206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73159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86988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38617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9144000" cy="68580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Действующие информационные системы ПАО «Радиозавод»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СУБД </a:t>
            </a:r>
            <a:r>
              <a:rPr lang="ru-RU" dirty="0" err="1" smtClean="0"/>
              <a:t>Clipper</a:t>
            </a:r>
            <a:r>
              <a:rPr lang="ru-RU" dirty="0" smtClean="0"/>
              <a:t> – с помощью этой системы был полностью автоматизирован учет на предприятии, в том числе, частично, и жизненный цикл продукции. </a:t>
            </a:r>
          </a:p>
          <a:p>
            <a:r>
              <a:rPr lang="ru-RU" dirty="0" smtClean="0"/>
              <a:t>САПР "КОМПАС" – применяется для разработки чертежей и моделей для изделий. </a:t>
            </a:r>
          </a:p>
          <a:p>
            <a:r>
              <a:rPr lang="ru-RU" dirty="0" smtClean="0"/>
              <a:t>САПР "</a:t>
            </a:r>
            <a:r>
              <a:rPr lang="en-US" dirty="0" smtClean="0"/>
              <a:t>P</a:t>
            </a:r>
            <a:r>
              <a:rPr lang="ru-RU" dirty="0" smtClean="0"/>
              <a:t>-</a:t>
            </a:r>
            <a:r>
              <a:rPr lang="en-US" dirty="0" smtClean="0"/>
              <a:t>CAD</a:t>
            </a:r>
            <a:r>
              <a:rPr lang="ru-RU" dirty="0" smtClean="0"/>
              <a:t>" – система используется для проектирования печатных плат</a:t>
            </a:r>
          </a:p>
          <a:p>
            <a:r>
              <a:rPr lang="ru-RU" dirty="0" smtClean="0"/>
              <a:t>1С:</a:t>
            </a:r>
            <a:r>
              <a:rPr lang="en-US" dirty="0" smtClean="0"/>
              <a:t>ERP </a:t>
            </a:r>
            <a:r>
              <a:rPr lang="ru" dirty="0" smtClean="0"/>
              <a:t>–</a:t>
            </a:r>
            <a:r>
              <a:rPr lang="en-US" dirty="0" smtClean="0"/>
              <a:t> </a:t>
            </a:r>
            <a:r>
              <a:rPr lang="ru-RU" dirty="0" smtClean="0"/>
              <a:t>применяется для различных экономических расчетов и создания необходимой отчетности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Недостаточная </a:t>
            </a:r>
            <a:r>
              <a:rPr lang="ru-RU" dirty="0" smtClean="0"/>
              <a:t>модель данных, не позволяющая корректно сформировать структуру изделия и сопроводительную документацию</a:t>
            </a:r>
          </a:p>
          <a:p>
            <a:r>
              <a:rPr lang="ru-RU" dirty="0" smtClean="0"/>
              <a:t>Обработка конструкторских изменений не соответствует ГОСТ</a:t>
            </a:r>
          </a:p>
          <a:p>
            <a:r>
              <a:rPr lang="ru-RU" dirty="0" smtClean="0"/>
              <a:t>Отсутствует </a:t>
            </a:r>
            <a:r>
              <a:rPr lang="ru-RU" dirty="0" smtClean="0"/>
              <a:t>синхронизация </a:t>
            </a:r>
            <a:r>
              <a:rPr lang="ru-RU" dirty="0" smtClean="0"/>
              <a:t>данных в </a:t>
            </a:r>
            <a:r>
              <a:rPr lang="ru-RU" dirty="0" smtClean="0"/>
              <a:t>различных информационных </a:t>
            </a:r>
            <a:r>
              <a:rPr lang="ru-RU" dirty="0" smtClean="0"/>
              <a:t>системах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" y="1916832"/>
            <a:ext cx="4471074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Объектная модель </a:t>
            </a:r>
            <a:r>
              <a:rPr lang="en-US" dirty="0" err="1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16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2495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</a:t>
            </a:r>
          </a:p>
          <a:p>
            <a:r>
              <a:rPr lang="ru-RU" dirty="0" smtClean="0"/>
              <a:t>Разработана объектная модель, удовлетворяющая всем потребностям предприятия при автоматической обработке изделия и работе с документацией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18</a:t>
            </a:fld>
            <a:endParaRPr lang="ru-R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r>
              <a:rPr lang="ru-RU" dirty="0" smtClean="0"/>
              <a:t>Руководитель практики от предприятия: начальник ОИАС </a:t>
            </a:r>
          </a:p>
          <a:p>
            <a:r>
              <a:rPr lang="ru-RU" dirty="0" err="1" smtClean="0"/>
              <a:t>Чуфаров</a:t>
            </a:r>
            <a:r>
              <a:rPr lang="ru-RU" dirty="0" smtClean="0"/>
              <a:t> Игорь Георгиевич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19</a:t>
            </a:fld>
            <a:endParaRPr lang="ru-RU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1437</TotalTime>
  <Words>329</Words>
  <Application>Microsoft Office PowerPoint</Application>
  <PresentationFormat>Экран (4:3)</PresentationFormat>
  <Paragraphs>89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Солнцестояние</vt:lpstr>
      <vt:lpstr>Отчет по производственной практике на ПАО «Радиозавод» в городе Кыштыме</vt:lpstr>
      <vt:lpstr>Описание практики</vt:lpstr>
      <vt:lpstr>Информационное обеспечение</vt:lpstr>
      <vt:lpstr>Описание ПАО «Радиозавод»</vt:lpstr>
      <vt:lpstr>PTC Windchill 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Действующие информационные системы ПАО «Радиозавод» </vt:lpstr>
      <vt:lpstr>Обзор выявленных проблем функционирования информационного обеспечения СУЖЦ</vt:lpstr>
      <vt:lpstr>Проведение конструкторских изменений</vt:lpstr>
      <vt:lpstr>Объектная модель Windchill</vt:lpstr>
      <vt:lpstr>Слайд 17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95</cp:revision>
  <dcterms:created xsi:type="dcterms:W3CDTF">2016-05-07T16:58:22Z</dcterms:created>
  <dcterms:modified xsi:type="dcterms:W3CDTF">2016-05-09T19:11:56Z</dcterms:modified>
</cp:coreProperties>
</file>