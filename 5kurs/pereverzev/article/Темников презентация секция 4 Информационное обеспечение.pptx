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diagrams/colors1.xml" ContentType="application/vnd.openxmlformats-officedocument.drawingml.diagramColors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diagrams/drawing1.xml" ContentType="application/vnd.ms-office.drawingml.diagramDrawing+xml"/>
  <Override PartName="/ppt/diagrams/quickStyle2.xml" ContentType="application/vnd.openxmlformats-officedocument.drawingml.diagramStyl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Default Extension="jpeg" ContentType="image/jpeg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diagrams/quickStyle1.xml" ContentType="application/vnd.openxmlformats-officedocument.drawingml.diagramStyl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diagrams/layout2.xml" ContentType="application/vnd.openxmlformats-officedocument.drawingml.diagramLayout+xml"/>
  <Override PartName="/ppt/diagrams/layout1.xml" ContentType="application/vnd.openxmlformats-officedocument.drawingml.diagramLayout+xml"/>
  <Override PartName="/ppt/diagrams/data2.xml" ContentType="application/vnd.openxmlformats-officedocument.drawingml.diagramData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diagrams/data1.xml" ContentType="application/vnd.openxmlformats-officedocument.drawingml.diagramData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8" d="100"/>
          <a:sy n="68" d="100"/>
        </p:scale>
        <p:origin x="-1434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E4351CD-DDEE-4C94-BB34-847B0B8C60E7}" type="doc">
      <dgm:prSet loTypeId="urn:microsoft.com/office/officeart/2005/8/layout/process2" loCatId="process" qsTypeId="urn:microsoft.com/office/officeart/2005/8/quickstyle/simple1" qsCatId="simple" csTypeId="urn:microsoft.com/office/officeart/2005/8/colors/accent1_2" csCatId="accent1" phldr="1"/>
      <dgm:spPr/>
    </dgm:pt>
    <dgm:pt modelId="{D8D83173-D390-4DCB-9C7A-4707ABE88E3E}">
      <dgm:prSet phldrT="[Текст]" custT="1"/>
      <dgm:spPr/>
      <dgm:t>
        <a:bodyPr/>
        <a:lstStyle/>
        <a:p>
          <a:r>
            <a:rPr lang="ru-RU" sz="2000" dirty="0" smtClean="0"/>
            <a:t>Источник данных</a:t>
          </a:r>
          <a:endParaRPr lang="ru-RU" sz="2000" dirty="0"/>
        </a:p>
      </dgm:t>
    </dgm:pt>
    <dgm:pt modelId="{1CE6144B-2EEE-46B7-80EB-12DFF5CDB262}" type="parTrans" cxnId="{D463D5BB-1422-4FB1-A459-C047D6CA4054}">
      <dgm:prSet/>
      <dgm:spPr/>
      <dgm:t>
        <a:bodyPr/>
        <a:lstStyle/>
        <a:p>
          <a:endParaRPr lang="ru-RU"/>
        </a:p>
      </dgm:t>
    </dgm:pt>
    <dgm:pt modelId="{4C68C74E-8D09-4EBF-B5C1-D6C4BA5076FA}" type="sibTrans" cxnId="{D463D5BB-1422-4FB1-A459-C047D6CA4054}">
      <dgm:prSet/>
      <dgm:spPr/>
      <dgm:t>
        <a:bodyPr/>
        <a:lstStyle/>
        <a:p>
          <a:endParaRPr lang="ru-RU"/>
        </a:p>
      </dgm:t>
    </dgm:pt>
    <dgm:pt modelId="{DB9E0135-4CA6-438F-9689-A532D6BC4F03}">
      <dgm:prSet phldrT="[Текст]" custT="1"/>
      <dgm:spPr/>
      <dgm:t>
        <a:bodyPr/>
        <a:lstStyle/>
        <a:p>
          <a:r>
            <a:rPr lang="ru-RU" sz="2000" dirty="0" smtClean="0"/>
            <a:t>Информационное обеспечение</a:t>
          </a:r>
          <a:endParaRPr lang="ru-RU" sz="2000" dirty="0"/>
        </a:p>
      </dgm:t>
    </dgm:pt>
    <dgm:pt modelId="{9132188F-F245-4CA6-BC8A-B1620824BFA5}" type="parTrans" cxnId="{709C586F-57B8-4F72-BE8E-08A91EF6AE8B}">
      <dgm:prSet/>
      <dgm:spPr/>
      <dgm:t>
        <a:bodyPr/>
        <a:lstStyle/>
        <a:p>
          <a:endParaRPr lang="ru-RU"/>
        </a:p>
      </dgm:t>
    </dgm:pt>
    <dgm:pt modelId="{A332F93A-F5F1-4CE8-A9D6-AF4377FFD1C4}" type="sibTrans" cxnId="{709C586F-57B8-4F72-BE8E-08A91EF6AE8B}">
      <dgm:prSet/>
      <dgm:spPr/>
      <dgm:t>
        <a:bodyPr/>
        <a:lstStyle/>
        <a:p>
          <a:endParaRPr lang="ru-RU"/>
        </a:p>
      </dgm:t>
    </dgm:pt>
    <dgm:pt modelId="{2E143423-D846-4FC3-B092-A5E5A8AD58D8}">
      <dgm:prSet phldrT="[Текст]" custT="1"/>
      <dgm:spPr/>
      <dgm:t>
        <a:bodyPr/>
        <a:lstStyle/>
        <a:p>
          <a:r>
            <a:rPr lang="ru-RU" sz="2000" dirty="0" smtClean="0"/>
            <a:t>Информационная система</a:t>
          </a:r>
          <a:endParaRPr lang="ru-RU" sz="2000" dirty="0"/>
        </a:p>
      </dgm:t>
    </dgm:pt>
    <dgm:pt modelId="{05759D80-FE95-428F-B4F6-B527AC806F6D}" type="parTrans" cxnId="{5BAB40A1-4326-4822-A6C0-41B5C2FF2221}">
      <dgm:prSet/>
      <dgm:spPr/>
      <dgm:t>
        <a:bodyPr/>
        <a:lstStyle/>
        <a:p>
          <a:endParaRPr lang="ru-RU"/>
        </a:p>
      </dgm:t>
    </dgm:pt>
    <dgm:pt modelId="{EA213773-A95A-468A-B388-2C764C76314E}" type="sibTrans" cxnId="{5BAB40A1-4326-4822-A6C0-41B5C2FF2221}">
      <dgm:prSet/>
      <dgm:spPr/>
      <dgm:t>
        <a:bodyPr/>
        <a:lstStyle/>
        <a:p>
          <a:endParaRPr lang="ru-RU"/>
        </a:p>
      </dgm:t>
    </dgm:pt>
    <dgm:pt modelId="{44A115B1-7E92-4D36-82CD-D78B477DD944}">
      <dgm:prSet phldrT="[Текст]" custT="1"/>
      <dgm:spPr/>
      <dgm:t>
        <a:bodyPr/>
        <a:lstStyle/>
        <a:p>
          <a:r>
            <a:rPr lang="ru-RU" sz="2000" dirty="0" smtClean="0"/>
            <a:t>Информационное обеспечение</a:t>
          </a:r>
          <a:endParaRPr lang="ru-RU" sz="2000" dirty="0"/>
        </a:p>
      </dgm:t>
    </dgm:pt>
    <dgm:pt modelId="{FFCCD4BA-C931-4F01-9569-C24FFC0443FC}" type="parTrans" cxnId="{FB4BE385-CE16-4C5E-934B-8C97A0780FC0}">
      <dgm:prSet/>
      <dgm:spPr/>
      <dgm:t>
        <a:bodyPr/>
        <a:lstStyle/>
        <a:p>
          <a:endParaRPr lang="ru-RU"/>
        </a:p>
      </dgm:t>
    </dgm:pt>
    <dgm:pt modelId="{B3449E95-8B80-4D3B-88B1-7E8C8089BFE4}" type="sibTrans" cxnId="{FB4BE385-CE16-4C5E-934B-8C97A0780FC0}">
      <dgm:prSet/>
      <dgm:spPr/>
      <dgm:t>
        <a:bodyPr/>
        <a:lstStyle/>
        <a:p>
          <a:endParaRPr lang="ru-RU"/>
        </a:p>
      </dgm:t>
    </dgm:pt>
    <dgm:pt modelId="{FFDC4EE2-A19D-4573-894A-912F7F979952}">
      <dgm:prSet phldrT="[Текст]" custT="1"/>
      <dgm:spPr/>
      <dgm:t>
        <a:bodyPr/>
        <a:lstStyle/>
        <a:p>
          <a:r>
            <a:rPr lang="ru-RU" sz="2000" dirty="0" smtClean="0"/>
            <a:t>Потребитель</a:t>
          </a:r>
          <a:endParaRPr lang="ru-RU" sz="2000" dirty="0"/>
        </a:p>
      </dgm:t>
    </dgm:pt>
    <dgm:pt modelId="{051363D7-25C8-4599-9148-8DAF0CA87CE5}" type="parTrans" cxnId="{9CCC1154-8FC0-4838-AA08-4BAD5274BA55}">
      <dgm:prSet/>
      <dgm:spPr/>
      <dgm:t>
        <a:bodyPr/>
        <a:lstStyle/>
        <a:p>
          <a:endParaRPr lang="ru-RU"/>
        </a:p>
      </dgm:t>
    </dgm:pt>
    <dgm:pt modelId="{E76832B0-D844-4FA3-9465-74844B301A7F}" type="sibTrans" cxnId="{9CCC1154-8FC0-4838-AA08-4BAD5274BA55}">
      <dgm:prSet/>
      <dgm:spPr/>
      <dgm:t>
        <a:bodyPr/>
        <a:lstStyle/>
        <a:p>
          <a:endParaRPr lang="ru-RU"/>
        </a:p>
      </dgm:t>
    </dgm:pt>
    <dgm:pt modelId="{1F0E8ECC-1DD3-42F1-AF87-AA9B7B2C32E4}" type="pres">
      <dgm:prSet presAssocID="{6E4351CD-DDEE-4C94-BB34-847B0B8C60E7}" presName="linearFlow" presStyleCnt="0">
        <dgm:presLayoutVars>
          <dgm:resizeHandles val="exact"/>
        </dgm:presLayoutVars>
      </dgm:prSet>
      <dgm:spPr/>
    </dgm:pt>
    <dgm:pt modelId="{D8D8CB3C-ADA6-460A-9B0F-FBA7C668EE2E}" type="pres">
      <dgm:prSet presAssocID="{D8D83173-D390-4DCB-9C7A-4707ABE88E3E}" presName="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7814B84-C840-4CB8-B840-53E7A5F47A56}" type="pres">
      <dgm:prSet presAssocID="{4C68C74E-8D09-4EBF-B5C1-D6C4BA5076FA}" presName="sibTrans" presStyleLbl="sibTrans2D1" presStyleIdx="0" presStyleCnt="4"/>
      <dgm:spPr/>
      <dgm:t>
        <a:bodyPr/>
        <a:lstStyle/>
        <a:p>
          <a:endParaRPr lang="ru-RU"/>
        </a:p>
      </dgm:t>
    </dgm:pt>
    <dgm:pt modelId="{5FF483EC-41CB-43D7-BEA5-773F7A488FF3}" type="pres">
      <dgm:prSet presAssocID="{4C68C74E-8D09-4EBF-B5C1-D6C4BA5076FA}" presName="connectorText" presStyleLbl="sibTrans2D1" presStyleIdx="0" presStyleCnt="4"/>
      <dgm:spPr/>
      <dgm:t>
        <a:bodyPr/>
        <a:lstStyle/>
        <a:p>
          <a:endParaRPr lang="ru-RU"/>
        </a:p>
      </dgm:t>
    </dgm:pt>
    <dgm:pt modelId="{4368DC4C-2B20-405B-B020-FD8CE3BADAE5}" type="pres">
      <dgm:prSet presAssocID="{DB9E0135-4CA6-438F-9689-A532D6BC4F03}" presName="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CB60C0B9-D263-4AE2-957D-39BD98BBDE75}" type="pres">
      <dgm:prSet presAssocID="{A332F93A-F5F1-4CE8-A9D6-AF4377FFD1C4}" presName="sibTrans" presStyleLbl="sibTrans2D1" presStyleIdx="1" presStyleCnt="4"/>
      <dgm:spPr/>
      <dgm:t>
        <a:bodyPr/>
        <a:lstStyle/>
        <a:p>
          <a:endParaRPr lang="ru-RU"/>
        </a:p>
      </dgm:t>
    </dgm:pt>
    <dgm:pt modelId="{05A6DDF8-2555-4B34-8235-18E03D303814}" type="pres">
      <dgm:prSet presAssocID="{A332F93A-F5F1-4CE8-A9D6-AF4377FFD1C4}" presName="connectorText" presStyleLbl="sibTrans2D1" presStyleIdx="1" presStyleCnt="4"/>
      <dgm:spPr/>
      <dgm:t>
        <a:bodyPr/>
        <a:lstStyle/>
        <a:p>
          <a:endParaRPr lang="ru-RU"/>
        </a:p>
      </dgm:t>
    </dgm:pt>
    <dgm:pt modelId="{D70F2819-3677-4A0F-83DA-A4C2BAF9B175}" type="pres">
      <dgm:prSet presAssocID="{2E143423-D846-4FC3-B092-A5E5A8AD58D8}" presName="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7994AA3-1769-489F-80D9-DFD47A786B8B}" type="pres">
      <dgm:prSet presAssocID="{EA213773-A95A-468A-B388-2C764C76314E}" presName="sibTrans" presStyleLbl="sibTrans2D1" presStyleIdx="2" presStyleCnt="4"/>
      <dgm:spPr/>
      <dgm:t>
        <a:bodyPr/>
        <a:lstStyle/>
        <a:p>
          <a:endParaRPr lang="ru-RU"/>
        </a:p>
      </dgm:t>
    </dgm:pt>
    <dgm:pt modelId="{05F33685-B05A-491F-BD1D-4505CFD8BD5E}" type="pres">
      <dgm:prSet presAssocID="{EA213773-A95A-468A-B388-2C764C76314E}" presName="connectorText" presStyleLbl="sibTrans2D1" presStyleIdx="2" presStyleCnt="4"/>
      <dgm:spPr/>
      <dgm:t>
        <a:bodyPr/>
        <a:lstStyle/>
        <a:p>
          <a:endParaRPr lang="ru-RU"/>
        </a:p>
      </dgm:t>
    </dgm:pt>
    <dgm:pt modelId="{4C5365E0-9431-4A5A-AF12-AF1C1ADC926F}" type="pres">
      <dgm:prSet presAssocID="{44A115B1-7E92-4D36-82CD-D78B477DD944}" presName="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70D027E-0031-46C3-815D-2D7282544530}" type="pres">
      <dgm:prSet presAssocID="{B3449E95-8B80-4D3B-88B1-7E8C8089BFE4}" presName="sibTrans" presStyleLbl="sibTrans2D1" presStyleIdx="3" presStyleCnt="4"/>
      <dgm:spPr/>
      <dgm:t>
        <a:bodyPr/>
        <a:lstStyle/>
        <a:p>
          <a:endParaRPr lang="ru-RU"/>
        </a:p>
      </dgm:t>
    </dgm:pt>
    <dgm:pt modelId="{450A17E4-98BC-4FE5-A57B-EFE300CEDD60}" type="pres">
      <dgm:prSet presAssocID="{B3449E95-8B80-4D3B-88B1-7E8C8089BFE4}" presName="connectorText" presStyleLbl="sibTrans2D1" presStyleIdx="3" presStyleCnt="4"/>
      <dgm:spPr/>
      <dgm:t>
        <a:bodyPr/>
        <a:lstStyle/>
        <a:p>
          <a:endParaRPr lang="ru-RU"/>
        </a:p>
      </dgm:t>
    </dgm:pt>
    <dgm:pt modelId="{E2A8A1ED-0DF9-44D3-81C0-D751A923E2ED}" type="pres">
      <dgm:prSet presAssocID="{FFDC4EE2-A19D-4573-894A-912F7F979952}" presName="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A525579-FEE2-4A61-A1F8-4649DE8104D2}" type="presOf" srcId="{B3449E95-8B80-4D3B-88B1-7E8C8089BFE4}" destId="{450A17E4-98BC-4FE5-A57B-EFE300CEDD60}" srcOrd="1" destOrd="0" presId="urn:microsoft.com/office/officeart/2005/8/layout/process2"/>
    <dgm:cxn modelId="{5BAB40A1-4326-4822-A6C0-41B5C2FF2221}" srcId="{6E4351CD-DDEE-4C94-BB34-847B0B8C60E7}" destId="{2E143423-D846-4FC3-B092-A5E5A8AD58D8}" srcOrd="2" destOrd="0" parTransId="{05759D80-FE95-428F-B4F6-B527AC806F6D}" sibTransId="{EA213773-A95A-468A-B388-2C764C76314E}"/>
    <dgm:cxn modelId="{FFCEA889-D313-4A9E-B00E-3D669462AEA8}" type="presOf" srcId="{44A115B1-7E92-4D36-82CD-D78B477DD944}" destId="{4C5365E0-9431-4A5A-AF12-AF1C1ADC926F}" srcOrd="0" destOrd="0" presId="urn:microsoft.com/office/officeart/2005/8/layout/process2"/>
    <dgm:cxn modelId="{810DC6CC-161D-4D69-B0E0-9A4F93B19B38}" type="presOf" srcId="{6E4351CD-DDEE-4C94-BB34-847B0B8C60E7}" destId="{1F0E8ECC-1DD3-42F1-AF87-AA9B7B2C32E4}" srcOrd="0" destOrd="0" presId="urn:microsoft.com/office/officeart/2005/8/layout/process2"/>
    <dgm:cxn modelId="{718EC1EF-D737-473A-A6D5-9F8F8D8C90FE}" type="presOf" srcId="{DB9E0135-4CA6-438F-9689-A532D6BC4F03}" destId="{4368DC4C-2B20-405B-B020-FD8CE3BADAE5}" srcOrd="0" destOrd="0" presId="urn:microsoft.com/office/officeart/2005/8/layout/process2"/>
    <dgm:cxn modelId="{709C586F-57B8-4F72-BE8E-08A91EF6AE8B}" srcId="{6E4351CD-DDEE-4C94-BB34-847B0B8C60E7}" destId="{DB9E0135-4CA6-438F-9689-A532D6BC4F03}" srcOrd="1" destOrd="0" parTransId="{9132188F-F245-4CA6-BC8A-B1620824BFA5}" sibTransId="{A332F93A-F5F1-4CE8-A9D6-AF4377FFD1C4}"/>
    <dgm:cxn modelId="{E2712BFA-7CC0-4907-A416-02C0334B01D5}" type="presOf" srcId="{2E143423-D846-4FC3-B092-A5E5A8AD58D8}" destId="{D70F2819-3677-4A0F-83DA-A4C2BAF9B175}" srcOrd="0" destOrd="0" presId="urn:microsoft.com/office/officeart/2005/8/layout/process2"/>
    <dgm:cxn modelId="{44EAEDDC-6CA2-4A40-815B-975CDB47ED89}" type="presOf" srcId="{FFDC4EE2-A19D-4573-894A-912F7F979952}" destId="{E2A8A1ED-0DF9-44D3-81C0-D751A923E2ED}" srcOrd="0" destOrd="0" presId="urn:microsoft.com/office/officeart/2005/8/layout/process2"/>
    <dgm:cxn modelId="{86EE9E58-2CBF-4B1B-8EDE-6A69DC879B51}" type="presOf" srcId="{A332F93A-F5F1-4CE8-A9D6-AF4377FFD1C4}" destId="{CB60C0B9-D263-4AE2-957D-39BD98BBDE75}" srcOrd="0" destOrd="0" presId="urn:microsoft.com/office/officeart/2005/8/layout/process2"/>
    <dgm:cxn modelId="{FB4BE385-CE16-4C5E-934B-8C97A0780FC0}" srcId="{6E4351CD-DDEE-4C94-BB34-847B0B8C60E7}" destId="{44A115B1-7E92-4D36-82CD-D78B477DD944}" srcOrd="3" destOrd="0" parTransId="{FFCCD4BA-C931-4F01-9569-C24FFC0443FC}" sibTransId="{B3449E95-8B80-4D3B-88B1-7E8C8089BFE4}"/>
    <dgm:cxn modelId="{A1E5DD89-E7A3-42D3-B8D7-8360B4A57D8A}" type="presOf" srcId="{4C68C74E-8D09-4EBF-B5C1-D6C4BA5076FA}" destId="{5FF483EC-41CB-43D7-BEA5-773F7A488FF3}" srcOrd="1" destOrd="0" presId="urn:microsoft.com/office/officeart/2005/8/layout/process2"/>
    <dgm:cxn modelId="{9CCC1154-8FC0-4838-AA08-4BAD5274BA55}" srcId="{6E4351CD-DDEE-4C94-BB34-847B0B8C60E7}" destId="{FFDC4EE2-A19D-4573-894A-912F7F979952}" srcOrd="4" destOrd="0" parTransId="{051363D7-25C8-4599-9148-8DAF0CA87CE5}" sibTransId="{E76832B0-D844-4FA3-9465-74844B301A7F}"/>
    <dgm:cxn modelId="{982F7C90-0E5F-47D3-A24C-544B23E063BD}" type="presOf" srcId="{EA213773-A95A-468A-B388-2C764C76314E}" destId="{05F33685-B05A-491F-BD1D-4505CFD8BD5E}" srcOrd="1" destOrd="0" presId="urn:microsoft.com/office/officeart/2005/8/layout/process2"/>
    <dgm:cxn modelId="{D463D5BB-1422-4FB1-A459-C047D6CA4054}" srcId="{6E4351CD-DDEE-4C94-BB34-847B0B8C60E7}" destId="{D8D83173-D390-4DCB-9C7A-4707ABE88E3E}" srcOrd="0" destOrd="0" parTransId="{1CE6144B-2EEE-46B7-80EB-12DFF5CDB262}" sibTransId="{4C68C74E-8D09-4EBF-B5C1-D6C4BA5076FA}"/>
    <dgm:cxn modelId="{2DD042C3-6DCB-4E8B-9B9C-3230FE62CDC1}" type="presOf" srcId="{A332F93A-F5F1-4CE8-A9D6-AF4377FFD1C4}" destId="{05A6DDF8-2555-4B34-8235-18E03D303814}" srcOrd="1" destOrd="0" presId="urn:microsoft.com/office/officeart/2005/8/layout/process2"/>
    <dgm:cxn modelId="{1AC53C6A-0001-48E2-AB0F-83675B7E1DFA}" type="presOf" srcId="{B3449E95-8B80-4D3B-88B1-7E8C8089BFE4}" destId="{E70D027E-0031-46C3-815D-2D7282544530}" srcOrd="0" destOrd="0" presId="urn:microsoft.com/office/officeart/2005/8/layout/process2"/>
    <dgm:cxn modelId="{BB382B4A-4C8F-4901-8D67-D3BFFCCCB147}" type="presOf" srcId="{4C68C74E-8D09-4EBF-B5C1-D6C4BA5076FA}" destId="{B7814B84-C840-4CB8-B840-53E7A5F47A56}" srcOrd="0" destOrd="0" presId="urn:microsoft.com/office/officeart/2005/8/layout/process2"/>
    <dgm:cxn modelId="{3C492D66-789F-407B-882A-70B00D908533}" type="presOf" srcId="{EA213773-A95A-468A-B388-2C764C76314E}" destId="{B7994AA3-1769-489F-80D9-DFD47A786B8B}" srcOrd="0" destOrd="0" presId="urn:microsoft.com/office/officeart/2005/8/layout/process2"/>
    <dgm:cxn modelId="{1AB0A74A-3E55-4500-A19A-8B9097AD0D62}" type="presOf" srcId="{D8D83173-D390-4DCB-9C7A-4707ABE88E3E}" destId="{D8D8CB3C-ADA6-460A-9B0F-FBA7C668EE2E}" srcOrd="0" destOrd="0" presId="urn:microsoft.com/office/officeart/2005/8/layout/process2"/>
    <dgm:cxn modelId="{A2502235-20CA-40BF-A975-C0D34885E524}" type="presParOf" srcId="{1F0E8ECC-1DD3-42F1-AF87-AA9B7B2C32E4}" destId="{D8D8CB3C-ADA6-460A-9B0F-FBA7C668EE2E}" srcOrd="0" destOrd="0" presId="urn:microsoft.com/office/officeart/2005/8/layout/process2"/>
    <dgm:cxn modelId="{7D69BC00-32F0-41E2-ABB1-77A91200B5BE}" type="presParOf" srcId="{1F0E8ECC-1DD3-42F1-AF87-AA9B7B2C32E4}" destId="{B7814B84-C840-4CB8-B840-53E7A5F47A56}" srcOrd="1" destOrd="0" presId="urn:microsoft.com/office/officeart/2005/8/layout/process2"/>
    <dgm:cxn modelId="{C84037AB-44F4-4EF2-B509-06FF8F6CA9F5}" type="presParOf" srcId="{B7814B84-C840-4CB8-B840-53E7A5F47A56}" destId="{5FF483EC-41CB-43D7-BEA5-773F7A488FF3}" srcOrd="0" destOrd="0" presId="urn:microsoft.com/office/officeart/2005/8/layout/process2"/>
    <dgm:cxn modelId="{65F9AF6F-1D56-429D-B391-105DD731EB89}" type="presParOf" srcId="{1F0E8ECC-1DD3-42F1-AF87-AA9B7B2C32E4}" destId="{4368DC4C-2B20-405B-B020-FD8CE3BADAE5}" srcOrd="2" destOrd="0" presId="urn:microsoft.com/office/officeart/2005/8/layout/process2"/>
    <dgm:cxn modelId="{ABE7BEF7-8415-40E4-9659-4C3DA5C310C4}" type="presParOf" srcId="{1F0E8ECC-1DD3-42F1-AF87-AA9B7B2C32E4}" destId="{CB60C0B9-D263-4AE2-957D-39BD98BBDE75}" srcOrd="3" destOrd="0" presId="urn:microsoft.com/office/officeart/2005/8/layout/process2"/>
    <dgm:cxn modelId="{B93C4B70-FEA0-4F95-8F4E-FA91FE89E8F4}" type="presParOf" srcId="{CB60C0B9-D263-4AE2-957D-39BD98BBDE75}" destId="{05A6DDF8-2555-4B34-8235-18E03D303814}" srcOrd="0" destOrd="0" presId="urn:microsoft.com/office/officeart/2005/8/layout/process2"/>
    <dgm:cxn modelId="{84CF27E4-1CED-4FE1-9DB0-3BDABDDCE9DC}" type="presParOf" srcId="{1F0E8ECC-1DD3-42F1-AF87-AA9B7B2C32E4}" destId="{D70F2819-3677-4A0F-83DA-A4C2BAF9B175}" srcOrd="4" destOrd="0" presId="urn:microsoft.com/office/officeart/2005/8/layout/process2"/>
    <dgm:cxn modelId="{D573A1DB-09A8-48BF-8E76-B9301B71EB62}" type="presParOf" srcId="{1F0E8ECC-1DD3-42F1-AF87-AA9B7B2C32E4}" destId="{B7994AA3-1769-489F-80D9-DFD47A786B8B}" srcOrd="5" destOrd="0" presId="urn:microsoft.com/office/officeart/2005/8/layout/process2"/>
    <dgm:cxn modelId="{86BC2306-DA83-4517-BFC6-D7DB3D71B1A6}" type="presParOf" srcId="{B7994AA3-1769-489F-80D9-DFD47A786B8B}" destId="{05F33685-B05A-491F-BD1D-4505CFD8BD5E}" srcOrd="0" destOrd="0" presId="urn:microsoft.com/office/officeart/2005/8/layout/process2"/>
    <dgm:cxn modelId="{99FAD807-F686-49F1-B0F0-CCE85D4A4F69}" type="presParOf" srcId="{1F0E8ECC-1DD3-42F1-AF87-AA9B7B2C32E4}" destId="{4C5365E0-9431-4A5A-AF12-AF1C1ADC926F}" srcOrd="6" destOrd="0" presId="urn:microsoft.com/office/officeart/2005/8/layout/process2"/>
    <dgm:cxn modelId="{3CC7294A-148F-4C22-A59C-A98A71F3C0BE}" type="presParOf" srcId="{1F0E8ECC-1DD3-42F1-AF87-AA9B7B2C32E4}" destId="{E70D027E-0031-46C3-815D-2D7282544530}" srcOrd="7" destOrd="0" presId="urn:microsoft.com/office/officeart/2005/8/layout/process2"/>
    <dgm:cxn modelId="{0C7B929B-D8EE-4683-AA86-FCCDCAC6B6AE}" type="presParOf" srcId="{E70D027E-0031-46C3-815D-2D7282544530}" destId="{450A17E4-98BC-4FE5-A57B-EFE300CEDD60}" srcOrd="0" destOrd="0" presId="urn:microsoft.com/office/officeart/2005/8/layout/process2"/>
    <dgm:cxn modelId="{46BD5EC4-D378-463D-9F00-2DD3BE1538AF}" type="presParOf" srcId="{1F0E8ECC-1DD3-42F1-AF87-AA9B7B2C32E4}" destId="{E2A8A1ED-0DF9-44D3-81C0-D751A923E2ED}" srcOrd="8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052A160-2489-4872-8ED8-F5F709ED04E2}" type="doc">
      <dgm:prSet loTypeId="urn:microsoft.com/office/officeart/2005/8/layout/arrow6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E1E68C04-3497-4183-A81C-8E7EDB043B52}">
      <dgm:prSet phldrT="[Текст]"/>
      <dgm:spPr/>
      <dgm:t>
        <a:bodyPr/>
        <a:lstStyle/>
        <a:p>
          <a:r>
            <a:rPr lang="ru-RU" dirty="0" smtClean="0"/>
            <a:t>Широта охвата потребителей</a:t>
          </a:r>
          <a:endParaRPr lang="ru-RU" dirty="0"/>
        </a:p>
      </dgm:t>
    </dgm:pt>
    <dgm:pt modelId="{72872AD7-130F-4C1E-840B-0B9C424A8109}" type="parTrans" cxnId="{89E33ACD-7972-4680-AF4B-B5A45A537859}">
      <dgm:prSet/>
      <dgm:spPr/>
      <dgm:t>
        <a:bodyPr/>
        <a:lstStyle/>
        <a:p>
          <a:endParaRPr lang="ru-RU"/>
        </a:p>
      </dgm:t>
    </dgm:pt>
    <dgm:pt modelId="{56AAEF4D-F7F1-4708-A366-3F735E2D3392}" type="sibTrans" cxnId="{89E33ACD-7972-4680-AF4B-B5A45A537859}">
      <dgm:prSet/>
      <dgm:spPr/>
      <dgm:t>
        <a:bodyPr/>
        <a:lstStyle/>
        <a:p>
          <a:endParaRPr lang="ru-RU"/>
        </a:p>
      </dgm:t>
    </dgm:pt>
    <dgm:pt modelId="{47866236-6C40-4ED7-A5E0-C927FD033BE9}">
      <dgm:prSet phldrT="[Текст]"/>
      <dgm:spPr/>
      <dgm:t>
        <a:bodyPr/>
        <a:lstStyle/>
        <a:p>
          <a:r>
            <a:rPr lang="ru-RU" dirty="0" smtClean="0"/>
            <a:t>Узкая направленность</a:t>
          </a:r>
          <a:endParaRPr lang="ru-RU" dirty="0"/>
        </a:p>
      </dgm:t>
    </dgm:pt>
    <dgm:pt modelId="{493FD74F-FA8B-44FF-A02E-049CA964338E}" type="parTrans" cxnId="{A06D45A6-AD57-454E-9BD2-30DB60BD437B}">
      <dgm:prSet/>
      <dgm:spPr/>
      <dgm:t>
        <a:bodyPr/>
        <a:lstStyle/>
        <a:p>
          <a:endParaRPr lang="ru-RU"/>
        </a:p>
      </dgm:t>
    </dgm:pt>
    <dgm:pt modelId="{81940E20-5F15-4B6B-9956-00EB378126F7}" type="sibTrans" cxnId="{A06D45A6-AD57-454E-9BD2-30DB60BD437B}">
      <dgm:prSet/>
      <dgm:spPr/>
      <dgm:t>
        <a:bodyPr/>
        <a:lstStyle/>
        <a:p>
          <a:endParaRPr lang="ru-RU"/>
        </a:p>
      </dgm:t>
    </dgm:pt>
    <dgm:pt modelId="{BA5B39D5-A01D-4FDB-BD1C-F12E7A9DA754}" type="pres">
      <dgm:prSet presAssocID="{E052A160-2489-4872-8ED8-F5F709ED04E2}" presName="compositeShape" presStyleCnt="0">
        <dgm:presLayoutVars>
          <dgm:chMax val="2"/>
          <dgm:dir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876C6CCE-A501-451E-87DE-5CB5301C7807}" type="pres">
      <dgm:prSet presAssocID="{E052A160-2489-4872-8ED8-F5F709ED04E2}" presName="ribbon" presStyleLbl="node1" presStyleIdx="0" presStyleCnt="1" custScaleY="76971" custLinFactNeighborX="126" custLinFactNeighborY="8750"/>
      <dgm:spPr/>
    </dgm:pt>
    <dgm:pt modelId="{E584B4E2-8448-4099-B46A-48A99B3FF6B3}" type="pres">
      <dgm:prSet presAssocID="{E052A160-2489-4872-8ED8-F5F709ED04E2}" presName="leftArrowText" presStyleLbl="node1" presStyleIdx="0" presStyleCnt="1" custLinFactNeighborX="-1514" custLinFactNeighborY="1903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8613C62-E596-4771-B806-90A5B79D5C3C}" type="pres">
      <dgm:prSet presAssocID="{E052A160-2489-4872-8ED8-F5F709ED04E2}" presName="rightArrowText" presStyleLbl="node1" presStyleIdx="0" presStyleCnt="1" custLinFactNeighborX="-2244" custLinFactNeighborY="13167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A06D45A6-AD57-454E-9BD2-30DB60BD437B}" srcId="{E052A160-2489-4872-8ED8-F5F709ED04E2}" destId="{47866236-6C40-4ED7-A5E0-C927FD033BE9}" srcOrd="1" destOrd="0" parTransId="{493FD74F-FA8B-44FF-A02E-049CA964338E}" sibTransId="{81940E20-5F15-4B6B-9956-00EB378126F7}"/>
    <dgm:cxn modelId="{BB08E851-5605-446D-85D6-398E0A4F7E04}" type="presOf" srcId="{E1E68C04-3497-4183-A81C-8E7EDB043B52}" destId="{E584B4E2-8448-4099-B46A-48A99B3FF6B3}" srcOrd="0" destOrd="0" presId="urn:microsoft.com/office/officeart/2005/8/layout/arrow6"/>
    <dgm:cxn modelId="{459332D1-009A-4914-A902-02CE4180CAD8}" type="presOf" srcId="{47866236-6C40-4ED7-A5E0-C927FD033BE9}" destId="{48613C62-E596-4771-B806-90A5B79D5C3C}" srcOrd="0" destOrd="0" presId="urn:microsoft.com/office/officeart/2005/8/layout/arrow6"/>
    <dgm:cxn modelId="{10D94AC5-259D-402B-820D-E219D319EFF0}" type="presOf" srcId="{E052A160-2489-4872-8ED8-F5F709ED04E2}" destId="{BA5B39D5-A01D-4FDB-BD1C-F12E7A9DA754}" srcOrd="0" destOrd="0" presId="urn:microsoft.com/office/officeart/2005/8/layout/arrow6"/>
    <dgm:cxn modelId="{89E33ACD-7972-4680-AF4B-B5A45A537859}" srcId="{E052A160-2489-4872-8ED8-F5F709ED04E2}" destId="{E1E68C04-3497-4183-A81C-8E7EDB043B52}" srcOrd="0" destOrd="0" parTransId="{72872AD7-130F-4C1E-840B-0B9C424A8109}" sibTransId="{56AAEF4D-F7F1-4708-A366-3F735E2D3392}"/>
    <dgm:cxn modelId="{713200DD-75F0-46CE-8143-AD31CAE8B572}" type="presParOf" srcId="{BA5B39D5-A01D-4FDB-BD1C-F12E7A9DA754}" destId="{876C6CCE-A501-451E-87DE-5CB5301C7807}" srcOrd="0" destOrd="0" presId="urn:microsoft.com/office/officeart/2005/8/layout/arrow6"/>
    <dgm:cxn modelId="{D2048E6A-1F0A-465E-8B35-3CB03C3D2A8A}" type="presParOf" srcId="{BA5B39D5-A01D-4FDB-BD1C-F12E7A9DA754}" destId="{E584B4E2-8448-4099-B46A-48A99B3FF6B3}" srcOrd="1" destOrd="0" presId="urn:microsoft.com/office/officeart/2005/8/layout/arrow6"/>
    <dgm:cxn modelId="{A119C848-C698-43C4-8EC3-A2A01D556C68}" type="presParOf" srcId="{BA5B39D5-A01D-4FDB-BD1C-F12E7A9DA754}" destId="{48613C62-E596-4771-B806-90A5B79D5C3C}" srcOrd="2" destOrd="0" presId="urn:microsoft.com/office/officeart/2005/8/layout/arrow6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  <dsp:sp modelId="{D8D8CB3C-ADA6-460A-9B0F-FBA7C668EE2E}">
      <dsp:nvSpPr>
        <dsp:cNvPr id="0" name=""/>
        <dsp:cNvSpPr/>
      </dsp:nvSpPr>
      <dsp:spPr>
        <a:xfrm>
          <a:off x="1800642" y="3012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Источник данных</a:t>
          </a:r>
          <a:endParaRPr lang="ru-RU" sz="2000" kern="1200" dirty="0"/>
        </a:p>
      </dsp:txBody>
      <dsp:txXfrm>
        <a:off x="1800642" y="3012"/>
        <a:ext cx="2817771" cy="704442"/>
      </dsp:txXfrm>
    </dsp:sp>
    <dsp:sp modelId="{B7814B84-C840-4CB8-B840-53E7A5F47A56}">
      <dsp:nvSpPr>
        <dsp:cNvPr id="0" name=""/>
        <dsp:cNvSpPr/>
      </dsp:nvSpPr>
      <dsp:spPr>
        <a:xfrm rot="5400000">
          <a:off x="3077444" y="725066"/>
          <a:ext cx="264166" cy="31699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300" kern="1200"/>
        </a:p>
      </dsp:txBody>
      <dsp:txXfrm rot="5400000">
        <a:off x="3077444" y="725066"/>
        <a:ext cx="264166" cy="316999"/>
      </dsp:txXfrm>
    </dsp:sp>
    <dsp:sp modelId="{4368DC4C-2B20-405B-B020-FD8CE3BADAE5}">
      <dsp:nvSpPr>
        <dsp:cNvPr id="0" name=""/>
        <dsp:cNvSpPr/>
      </dsp:nvSpPr>
      <dsp:spPr>
        <a:xfrm>
          <a:off x="1800642" y="1059676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Информационное обеспечение</a:t>
          </a:r>
          <a:endParaRPr lang="ru-RU" sz="2000" kern="1200" dirty="0"/>
        </a:p>
      </dsp:txBody>
      <dsp:txXfrm>
        <a:off x="1800642" y="1059676"/>
        <a:ext cx="2817771" cy="704442"/>
      </dsp:txXfrm>
    </dsp:sp>
    <dsp:sp modelId="{CB60C0B9-D263-4AE2-957D-39BD98BBDE75}">
      <dsp:nvSpPr>
        <dsp:cNvPr id="0" name=""/>
        <dsp:cNvSpPr/>
      </dsp:nvSpPr>
      <dsp:spPr>
        <a:xfrm rot="5400000">
          <a:off x="3077444" y="1781730"/>
          <a:ext cx="264166" cy="31699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300" kern="1200"/>
        </a:p>
      </dsp:txBody>
      <dsp:txXfrm rot="5400000">
        <a:off x="3077444" y="1781730"/>
        <a:ext cx="264166" cy="316999"/>
      </dsp:txXfrm>
    </dsp:sp>
    <dsp:sp modelId="{D70F2819-3677-4A0F-83DA-A4C2BAF9B175}">
      <dsp:nvSpPr>
        <dsp:cNvPr id="0" name=""/>
        <dsp:cNvSpPr/>
      </dsp:nvSpPr>
      <dsp:spPr>
        <a:xfrm>
          <a:off x="1800642" y="2116341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Информационная система</a:t>
          </a:r>
          <a:endParaRPr lang="ru-RU" sz="2000" kern="1200" dirty="0"/>
        </a:p>
      </dsp:txBody>
      <dsp:txXfrm>
        <a:off x="1800642" y="2116341"/>
        <a:ext cx="2817771" cy="704442"/>
      </dsp:txXfrm>
    </dsp:sp>
    <dsp:sp modelId="{B7994AA3-1769-489F-80D9-DFD47A786B8B}">
      <dsp:nvSpPr>
        <dsp:cNvPr id="0" name=""/>
        <dsp:cNvSpPr/>
      </dsp:nvSpPr>
      <dsp:spPr>
        <a:xfrm rot="5400000">
          <a:off x="3077444" y="2838394"/>
          <a:ext cx="264166" cy="31699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300" kern="1200"/>
        </a:p>
      </dsp:txBody>
      <dsp:txXfrm rot="5400000">
        <a:off x="3077444" y="2838394"/>
        <a:ext cx="264166" cy="316999"/>
      </dsp:txXfrm>
    </dsp:sp>
    <dsp:sp modelId="{4C5365E0-9431-4A5A-AF12-AF1C1ADC926F}">
      <dsp:nvSpPr>
        <dsp:cNvPr id="0" name=""/>
        <dsp:cNvSpPr/>
      </dsp:nvSpPr>
      <dsp:spPr>
        <a:xfrm>
          <a:off x="1800642" y="3173005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Информационное обеспечение</a:t>
          </a:r>
          <a:endParaRPr lang="ru-RU" sz="2000" kern="1200" dirty="0"/>
        </a:p>
      </dsp:txBody>
      <dsp:txXfrm>
        <a:off x="1800642" y="3173005"/>
        <a:ext cx="2817771" cy="704442"/>
      </dsp:txXfrm>
    </dsp:sp>
    <dsp:sp modelId="{E70D027E-0031-46C3-815D-2D7282544530}">
      <dsp:nvSpPr>
        <dsp:cNvPr id="0" name=""/>
        <dsp:cNvSpPr/>
      </dsp:nvSpPr>
      <dsp:spPr>
        <a:xfrm rot="5400000">
          <a:off x="3077444" y="3895059"/>
          <a:ext cx="264166" cy="31699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300" kern="1200"/>
        </a:p>
      </dsp:txBody>
      <dsp:txXfrm rot="5400000">
        <a:off x="3077444" y="3895059"/>
        <a:ext cx="264166" cy="316999"/>
      </dsp:txXfrm>
    </dsp:sp>
    <dsp:sp modelId="{E2A8A1ED-0DF9-44D3-81C0-D751A923E2ED}">
      <dsp:nvSpPr>
        <dsp:cNvPr id="0" name=""/>
        <dsp:cNvSpPr/>
      </dsp:nvSpPr>
      <dsp:spPr>
        <a:xfrm>
          <a:off x="1800642" y="4229669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Потребитель</a:t>
          </a:r>
          <a:endParaRPr lang="ru-RU" sz="2000" kern="1200" dirty="0"/>
        </a:p>
      </dsp:txBody>
      <dsp:txXfrm>
        <a:off x="1800642" y="4229669"/>
        <a:ext cx="2817771" cy="704442"/>
      </dsp:txXfrm>
    </dsp:sp>
  </dsp:spTree>
</dsp:drawing>
</file>

<file path=ppt/diagrams/drawing2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  <dsp:sp modelId="{876C6CCE-A501-451E-87DE-5CB5301C7807}">
      <dsp:nvSpPr>
        <dsp:cNvPr id="0" name=""/>
        <dsp:cNvSpPr/>
      </dsp:nvSpPr>
      <dsp:spPr>
        <a:xfrm>
          <a:off x="0" y="1508312"/>
          <a:ext cx="7499350" cy="2308929"/>
        </a:xfrm>
        <a:prstGeom prst="leftRightRibb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84B4E2-8448-4099-B46A-48A99B3FF6B3}">
      <dsp:nvSpPr>
        <dsp:cNvPr id="0" name=""/>
        <dsp:cNvSpPr/>
      </dsp:nvSpPr>
      <dsp:spPr>
        <a:xfrm>
          <a:off x="862453" y="1705174"/>
          <a:ext cx="2474785" cy="1469872"/>
        </a:xfrm>
        <a:prstGeom prst="rect">
          <a:avLst/>
        </a:prstGeom>
        <a:noFill/>
        <a:ln w="25400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103124" rIns="0" bIns="110490" numCol="1" spcCol="1270" anchor="ctr" anchorCtr="0">
          <a:noAutofit/>
        </a:bodyPr>
        <a:lstStyle/>
        <a:p>
          <a:pPr lvl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900" kern="1200" dirty="0" smtClean="0"/>
            <a:t>Широта охвата потребителей</a:t>
          </a:r>
          <a:endParaRPr lang="ru-RU" sz="2900" kern="1200" dirty="0"/>
        </a:p>
      </dsp:txBody>
      <dsp:txXfrm>
        <a:off x="862453" y="1705174"/>
        <a:ext cx="2474785" cy="1469872"/>
      </dsp:txXfrm>
    </dsp:sp>
    <dsp:sp modelId="{48613C62-E596-4771-B806-90A5B79D5C3C}">
      <dsp:nvSpPr>
        <dsp:cNvPr id="0" name=""/>
        <dsp:cNvSpPr/>
      </dsp:nvSpPr>
      <dsp:spPr>
        <a:xfrm>
          <a:off x="3684043" y="2098881"/>
          <a:ext cx="2924746" cy="1469872"/>
        </a:xfrm>
        <a:prstGeom prst="rect">
          <a:avLst/>
        </a:prstGeom>
        <a:noFill/>
        <a:ln w="25400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103124" rIns="0" bIns="110490" numCol="1" spcCol="1270" anchor="ctr" anchorCtr="0">
          <a:noAutofit/>
        </a:bodyPr>
        <a:lstStyle/>
        <a:p>
          <a:pPr lvl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900" kern="1200" dirty="0" smtClean="0"/>
            <a:t>Узкая направленность</a:t>
          </a:r>
          <a:endParaRPr lang="ru-RU" sz="2900" kern="1200" dirty="0"/>
        </a:p>
      </dsp:txBody>
      <dsp:txXfrm>
        <a:off x="3684043" y="2098881"/>
        <a:ext cx="2924746" cy="146987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arrow6">
  <dgm:title val=""/>
  <dgm:desc val=""/>
  <dgm:catLst>
    <dgm:cat type="relationship" pri="4000"/>
    <dgm:cat type="process" pri="2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4" srcId="0" destId="1" srcOrd="0" destOrd="0"/>
        <dgm:cxn modelId="5" srcId="0" destId="2" srcOrd="1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clrData>
  <dgm:layoutNode name="compositeShape">
    <dgm:varLst>
      <dgm:chMax val="2"/>
      <dgm:dir/>
      <dgm:resizeHandles val="exact"/>
    </dgm:varLst>
    <dgm:alg type="composite">
      <dgm:param type="horzAlign" val="ctr"/>
      <dgm:param type="vertAlign" val="mid"/>
      <dgm:param type="ar" val="2.5"/>
    </dgm:alg>
    <dgm:shape xmlns:r="http://schemas.openxmlformats.org/officeDocument/2006/relationships" r:blip="">
      <dgm:adjLst/>
    </dgm:shape>
    <dgm:presOf/>
    <dgm:constrLst>
      <dgm:constr type="primFontSz" for="des" ptType="node" op="equ"/>
      <dgm:constr type="w" for="ch" forName="ribbon" refType="h" refFor="ch" refForName="ribbon" fact="2.5"/>
      <dgm:constr type="h" for="ch" forName="leftArrowText" refType="h" fact="0.49"/>
      <dgm:constr type="ctrY" for="ch" forName="leftArrowText" refType="ctrY" refFor="ch" refForName="ribbon"/>
      <dgm:constr type="ctrYOff" for="ch" forName="leftArrowText" refType="h" refFor="ch" refForName="ribbon" fact="-0.08"/>
      <dgm:constr type="l" for="ch" forName="leftArrowText" refType="w" refFor="ch" refForName="ribbon" fact="0.12"/>
      <dgm:constr type="r" for="ch" forName="leftArrowText" refType="w" refFor="ch" refForName="ribbon" fact="0.45"/>
      <dgm:constr type="h" for="ch" forName="rightArrowText" refType="h" fact="0.49"/>
      <dgm:constr type="ctrY" for="ch" forName="rightArrowText" refType="ctrY" refFor="ch" refForName="ribbon"/>
      <dgm:constr type="ctrYOff" for="ch" forName="rightArrowText" refType="h" refFor="ch" refForName="ribbon" fact="0.08"/>
      <dgm:constr type="l" for="ch" forName="rightArrowText" refType="w" refFor="ch" refForName="ribbon" fact="0.5"/>
      <dgm:constr type="r" for="ch" forName="rightArrowText" refType="w" refFor="ch" refForName="ribbon" fact="0.89"/>
    </dgm:constrLst>
    <dgm:ruleLst/>
    <dgm:choose name="Name0">
      <dgm:if name="Name1" axis="ch" ptType="node" func="cnt" op="gte" val="1">
        <dgm:layoutNode name="ribbon" styleLbl="node1">
          <dgm:alg type="sp"/>
          <dgm:shape xmlns:r="http://schemas.openxmlformats.org/officeDocument/2006/relationships" type="leftRightRibbon" r:blip="">
            <dgm:adjLst/>
          </dgm:shape>
          <dgm:presOf/>
          <dgm:constrLst/>
          <dgm:ruleLst/>
        </dgm:layoutNode>
        <dgm:layoutNode name="leftArrowText" styleLbl="node1">
          <dgm:varLst>
            <dgm:chMax val="0"/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rect" r:blip="" hideGeom="1">
            <dgm:adjLst/>
          </dgm:shape>
          <dgm:choose name="Name2">
            <dgm:if name="Name3" func="var" arg="dir" op="equ" val="norm">
              <dgm:presOf axis="ch desOrSelf" ptType="node node" st="1 1" cnt="1 0"/>
            </dgm:if>
            <dgm:else name="Name4">
              <dgm:presOf axis="ch desOrSelf" ptType="node node" st="2 1" cnt="1 0"/>
            </dgm:else>
          </dgm:choose>
          <dgm:constrLst>
            <dgm:constr type="primFontSz" val="65"/>
            <dgm:constr type="tMarg" refType="primFontSz" fact="0.28"/>
            <dgm:constr type="lMarg"/>
            <dgm:constr type="bMarg" refType="primFontSz" fact="0.3"/>
            <dgm:constr type="rMarg"/>
          </dgm:constrLst>
          <dgm:ruleLst>
            <dgm:rule type="primFontSz" val="5" fact="NaN" max="NaN"/>
          </dgm:ruleLst>
        </dgm:layoutNode>
        <dgm:layoutNode name="rightArrowText" styleLbl="node1">
          <dgm:varLst>
            <dgm:chMax val="0"/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rect" r:blip="" hideGeom="1">
            <dgm:adjLst/>
          </dgm:shape>
          <dgm:choose name="Name5">
            <dgm:if name="Name6" func="var" arg="dir" op="equ" val="norm">
              <dgm:presOf axis="ch desOrSelf" ptType="node node" st="2 1" cnt="1 0"/>
            </dgm:if>
            <dgm:else name="Name7">
              <dgm:presOf axis="ch desOrSelf" ptType="node node" st="1 1" cnt="1 0"/>
            </dgm:else>
          </dgm:choose>
          <dgm:constrLst>
            <dgm:constr type="primFontSz" val="65"/>
            <dgm:constr type="tMarg" refType="primFontSz" fact="0.28"/>
            <dgm:constr type="lMarg"/>
            <dgm:constr type="bMarg" refType="primFontSz" fact="0.3"/>
            <dgm:constr type="rMarg"/>
          </dgm:constrLst>
          <dgm:ruleLst>
            <dgm:rule type="primFontSz" val="5" fact="NaN" max="NaN"/>
          </dgm:ruleLst>
        </dgm:layoutNode>
      </dgm:if>
      <dgm:else name="Name8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FB9B97-899B-4BB8-B8A3-9CABD8A01BC7}" type="datetimeFigureOut">
              <a:rPr lang="ru-RU" smtClean="0"/>
              <a:pPr/>
              <a:t>21.01.2016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84A3E8-B360-436E-8F7A-99A81F1C418E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84A3E8-B360-436E-8F7A-99A81F1C418E}" type="slidenum">
              <a:rPr lang="ru-RU" smtClean="0"/>
              <a:pPr/>
              <a:t>8</a:t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3"/>
          <p:cNvSpPr>
            <a:spLocks noGrp="1"/>
          </p:cNvSpPr>
          <p:nvPr>
            <p:ph type="ctrTitle"/>
          </p:nvPr>
        </p:nvSpPr>
        <p:spPr>
          <a:xfrm>
            <a:off x="1432560" y="359898"/>
            <a:ext cx="7406640" cy="1472184"/>
          </a:xfrm>
        </p:spPr>
        <p:txBody>
          <a:bodyPr anchor="b"/>
          <a:lstStyle>
            <a:lvl1pPr algn="l">
              <a:defRPr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22" name="Подзаголовок 21"/>
          <p:cNvSpPr>
            <a:spLocks noGrp="1"/>
          </p:cNvSpPr>
          <p:nvPr>
            <p:ph type="subTitle" idx="1"/>
          </p:nvPr>
        </p:nvSpPr>
        <p:spPr>
          <a:xfrm>
            <a:off x="1432560" y="1850064"/>
            <a:ext cx="7406640" cy="1752600"/>
          </a:xfrm>
        </p:spPr>
        <p:txBody>
          <a:bodyPr tIns="0"/>
          <a:lstStyle>
            <a:lvl1pPr marL="27432" indent="0" algn="l">
              <a:buNone/>
              <a:defRPr sz="26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5A63921-FD29-4E01-BF99-E0CCEFDDB2A0}" type="datetimeFigureOut">
              <a:rPr lang="ru-RU" smtClean="0"/>
              <a:pPr/>
              <a:t>21.01.2016</a:t>
            </a:fld>
            <a:endParaRPr lang="ru-RU"/>
          </a:p>
        </p:txBody>
      </p:sp>
      <p:sp>
        <p:nvSpPr>
          <p:cNvPr id="20" name="Нижний колонтитул 19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10" name="Номер слайда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40720B0D-0020-4991-AACD-5FFC9CE5C1D6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921433" y="1413802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25000" t="12500" r="75000" b="875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Овал 8"/>
          <p:cNvSpPr/>
          <p:nvPr/>
        </p:nvSpPr>
        <p:spPr>
          <a:xfrm>
            <a:off x="1157176" y="1345016"/>
            <a:ext cx="64008" cy="64008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  <p:transition>
    <p:wipe dir="d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5A63921-FD29-4E01-BF99-E0CCEFDDB2A0}" type="datetimeFigureOut">
              <a:rPr lang="ru-RU" smtClean="0"/>
              <a:pPr/>
              <a:t>21.01.2016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40720B0D-0020-4991-AACD-5FFC9CE5C1D6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p:transition>
    <p:wipe dir="d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282890" y="-54"/>
            <a:ext cx="6858000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78392" y="2600325"/>
            <a:ext cx="6400800" cy="2286000"/>
          </a:xfrm>
        </p:spPr>
        <p:txBody>
          <a:bodyPr anchor="t"/>
          <a:lstStyle>
            <a:lvl1pPr algn="l">
              <a:lnSpc>
                <a:spcPts val="4500"/>
              </a:lnSpc>
              <a:buNone/>
              <a:defRPr sz="4000" b="1" cap="all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578392" y="1066800"/>
            <a:ext cx="6400800" cy="1509712"/>
          </a:xfrm>
        </p:spPr>
        <p:txBody>
          <a:bodyPr anchor="b"/>
          <a:lstStyle>
            <a:lvl1pPr marL="18288" indent="0">
              <a:lnSpc>
                <a:spcPts val="2300"/>
              </a:lnSpc>
              <a:spcBef>
                <a:spcPts val="0"/>
              </a:spcBef>
              <a:buNone/>
              <a:defRPr sz="20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5A63921-FD29-4E01-BF99-E0CCEFDDB2A0}" type="datetimeFigureOut">
              <a:rPr lang="ru-RU" smtClean="0"/>
              <a:pPr/>
              <a:t>21.01.2016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40720B0D-0020-4991-AACD-5FFC9CE5C1D6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0" name="Прямоугольник 9"/>
          <p:cNvSpPr/>
          <p:nvPr/>
        </p:nvSpPr>
        <p:spPr bwMode="invGray">
          <a:xfrm>
            <a:off x="2286000" y="0"/>
            <a:ext cx="76200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Овал 7"/>
          <p:cNvSpPr/>
          <p:nvPr/>
        </p:nvSpPr>
        <p:spPr>
          <a:xfrm>
            <a:off x="2172321" y="2814656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25000" t="12500" r="75000" b="875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Овал 8"/>
          <p:cNvSpPr/>
          <p:nvPr/>
        </p:nvSpPr>
        <p:spPr>
          <a:xfrm>
            <a:off x="2408064" y="2745870"/>
            <a:ext cx="64008" cy="64008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  <p:transition>
    <p:wipe dir="d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35608" y="274320"/>
            <a:ext cx="7498080" cy="1143000"/>
          </a:xfrm>
        </p:spPr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1435608" y="1524000"/>
            <a:ext cx="3657600" cy="46634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5276088" y="1524000"/>
            <a:ext cx="3657600" cy="46634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5A63921-FD29-4E01-BF99-E0CCEFDDB2A0}" type="datetimeFigureOut">
              <a:rPr lang="ru-RU" smtClean="0"/>
              <a:pPr/>
              <a:t>21.01.2016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40720B0D-0020-4991-AACD-5FFC9CE5C1D6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p:transition>
    <p:wipe dir="d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5160336"/>
            <a:ext cx="8229600" cy="1143000"/>
          </a:xfrm>
        </p:spPr>
        <p:txBody>
          <a:bodyPr anchor="ctr"/>
          <a:lstStyle>
            <a:lvl1pPr algn="ctr">
              <a:defRPr sz="4500" b="1" cap="none" baseline="0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328278"/>
            <a:ext cx="4023360" cy="640080"/>
          </a:xfrm>
          <a:solidFill>
            <a:schemeClr val="bg1"/>
          </a:solidFill>
          <a:ln w="10795">
            <a:solidFill>
              <a:schemeClr val="bg1"/>
            </a:solidFill>
            <a:miter lim="800000"/>
          </a:ln>
        </p:spPr>
        <p:txBody>
          <a:bodyPr anchor="ctr"/>
          <a:lstStyle>
            <a:lvl1pPr marL="64008" indent="0" algn="l">
              <a:lnSpc>
                <a:spcPct val="100000"/>
              </a:lnSpc>
              <a:spcBef>
                <a:spcPts val="100"/>
              </a:spcBef>
              <a:buNone/>
              <a:defRPr sz="19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4663440" y="328278"/>
            <a:ext cx="4023360" cy="640080"/>
          </a:xfrm>
          <a:solidFill>
            <a:schemeClr val="bg1"/>
          </a:solidFill>
          <a:ln w="10795">
            <a:solidFill>
              <a:schemeClr val="bg1"/>
            </a:solidFill>
            <a:miter lim="800000"/>
          </a:ln>
        </p:spPr>
        <p:txBody>
          <a:bodyPr anchor="ctr"/>
          <a:lstStyle>
            <a:lvl1pPr marL="64008" indent="0" algn="l">
              <a:lnSpc>
                <a:spcPct val="100000"/>
              </a:lnSpc>
              <a:spcBef>
                <a:spcPts val="100"/>
              </a:spcBef>
              <a:buNone/>
              <a:defRPr sz="19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Содержимое 4"/>
          <p:cNvSpPr>
            <a:spLocks noGrp="1"/>
          </p:cNvSpPr>
          <p:nvPr>
            <p:ph sz="quarter" idx="2"/>
          </p:nvPr>
        </p:nvSpPr>
        <p:spPr>
          <a:xfrm>
            <a:off x="457200" y="969336"/>
            <a:ext cx="4023360" cy="4114800"/>
          </a:xfrm>
          <a:ln w="10795">
            <a:solidFill>
              <a:schemeClr val="bg1"/>
            </a:solidFill>
            <a:prstDash val="dash"/>
            <a:miter lim="800000"/>
          </a:ln>
        </p:spPr>
        <p:txBody>
          <a:bodyPr/>
          <a:lstStyle>
            <a:lvl1pPr marL="393192" indent="-274320">
              <a:lnSpc>
                <a:spcPct val="100000"/>
              </a:lnSpc>
              <a:spcBef>
                <a:spcPts val="700"/>
              </a:spcBef>
              <a:defRPr sz="2400"/>
            </a:lvl1pPr>
            <a:lvl2pPr>
              <a:lnSpc>
                <a:spcPct val="100000"/>
              </a:lnSpc>
              <a:spcBef>
                <a:spcPts val="700"/>
              </a:spcBef>
              <a:defRPr sz="2000"/>
            </a:lvl2pPr>
            <a:lvl3pPr>
              <a:lnSpc>
                <a:spcPct val="100000"/>
              </a:lnSpc>
              <a:spcBef>
                <a:spcPts val="700"/>
              </a:spcBef>
              <a:defRPr sz="1800"/>
            </a:lvl3pPr>
            <a:lvl4pPr>
              <a:lnSpc>
                <a:spcPct val="100000"/>
              </a:lnSpc>
              <a:spcBef>
                <a:spcPts val="700"/>
              </a:spcBef>
              <a:defRPr sz="1600"/>
            </a:lvl4pPr>
            <a:lvl5pPr>
              <a:lnSpc>
                <a:spcPct val="100000"/>
              </a:lnSpc>
              <a:spcBef>
                <a:spcPts val="700"/>
              </a:spcBef>
              <a:defRPr sz="16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63440" y="969336"/>
            <a:ext cx="4023360" cy="4114800"/>
          </a:xfrm>
          <a:ln w="10795">
            <a:solidFill>
              <a:schemeClr val="bg1"/>
            </a:solidFill>
            <a:prstDash val="dash"/>
            <a:miter lim="800000"/>
          </a:ln>
        </p:spPr>
        <p:txBody>
          <a:bodyPr/>
          <a:lstStyle>
            <a:lvl1pPr marL="393192" indent="-274320">
              <a:lnSpc>
                <a:spcPct val="100000"/>
              </a:lnSpc>
              <a:spcBef>
                <a:spcPts val="700"/>
              </a:spcBef>
              <a:defRPr sz="2400"/>
            </a:lvl1pPr>
            <a:lvl2pPr>
              <a:lnSpc>
                <a:spcPct val="100000"/>
              </a:lnSpc>
              <a:spcBef>
                <a:spcPts val="700"/>
              </a:spcBef>
              <a:defRPr sz="2000"/>
            </a:lvl2pPr>
            <a:lvl3pPr>
              <a:lnSpc>
                <a:spcPct val="100000"/>
              </a:lnSpc>
              <a:spcBef>
                <a:spcPts val="700"/>
              </a:spcBef>
              <a:defRPr sz="1800"/>
            </a:lvl3pPr>
            <a:lvl4pPr>
              <a:lnSpc>
                <a:spcPct val="100000"/>
              </a:lnSpc>
              <a:spcBef>
                <a:spcPts val="700"/>
              </a:spcBef>
              <a:defRPr sz="1600"/>
            </a:lvl4pPr>
            <a:lvl5pPr>
              <a:lnSpc>
                <a:spcPct val="100000"/>
              </a:lnSpc>
              <a:spcBef>
                <a:spcPts val="700"/>
              </a:spcBef>
              <a:defRPr sz="16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5A63921-FD29-4E01-BF99-E0CCEFDDB2A0}" type="datetimeFigureOut">
              <a:rPr lang="ru-RU" smtClean="0"/>
              <a:pPr/>
              <a:t>21.01.2016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40720B0D-0020-4991-AACD-5FFC9CE5C1D6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p:transition>
    <p:wipe dir="d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35608" y="274320"/>
            <a:ext cx="7498080" cy="1143000"/>
          </a:xfrm>
        </p:spPr>
        <p:txBody>
          <a:bodyPr anchor="ctr"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5A63921-FD29-4E01-BF99-E0CCEFDDB2A0}" type="datetimeFigureOut">
              <a:rPr lang="ru-RU" smtClean="0"/>
              <a:pPr/>
              <a:t>21.01.2016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40720B0D-0020-4991-AACD-5FFC9CE5C1D6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p:transition>
    <p:wipe dir="d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1014984" y="0"/>
            <a:ext cx="8129016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5A63921-FD29-4E01-BF99-E0CCEFDDB2A0}" type="datetimeFigureOut">
              <a:rPr lang="ru-RU" smtClean="0"/>
              <a:pPr/>
              <a:t>21.01.2016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40720B0D-0020-4991-AACD-5FFC9CE5C1D6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6" name="Прямоугольник 5"/>
          <p:cNvSpPr/>
          <p:nvPr/>
        </p:nvSpPr>
        <p:spPr bwMode="invGray">
          <a:xfrm>
            <a:off x="1014984" y="-54"/>
            <a:ext cx="73152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  <p:transition>
    <p:wipe dir="d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16778"/>
            <a:ext cx="3810000" cy="1162050"/>
          </a:xfrm>
          <a:ln>
            <a:noFill/>
          </a:ln>
        </p:spPr>
        <p:txBody>
          <a:bodyPr anchor="b"/>
          <a:lstStyle>
            <a:lvl1pPr algn="l">
              <a:lnSpc>
                <a:spcPts val="2000"/>
              </a:lnSpc>
              <a:buNone/>
              <a:defRPr sz="2200" b="1" cap="all" baseline="0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457200" y="1406964"/>
            <a:ext cx="3810000" cy="698500"/>
          </a:xfrm>
        </p:spPr>
        <p:txBody>
          <a:bodyPr/>
          <a:lstStyle>
            <a:lvl1pPr marL="45720" indent="0">
              <a:lnSpc>
                <a:spcPct val="100000"/>
              </a:lnSpc>
              <a:spcBef>
                <a:spcPts val="0"/>
              </a:spcBef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1"/>
          </p:nvPr>
        </p:nvSpPr>
        <p:spPr>
          <a:xfrm>
            <a:off x="457200" y="2133600"/>
            <a:ext cx="8153400" cy="39925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5A63921-FD29-4E01-BF99-E0CCEFDDB2A0}" type="datetimeFigureOut">
              <a:rPr lang="ru-RU" smtClean="0"/>
              <a:pPr/>
              <a:t>21.01.2016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40720B0D-0020-4991-AACD-5FFC9CE5C1D6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p:transition>
    <p:wipe dir="d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886896" y="1066800"/>
            <a:ext cx="2743200" cy="1981200"/>
          </a:xfrm>
        </p:spPr>
        <p:txBody>
          <a:bodyPr anchor="b">
            <a:noAutofit/>
          </a:bodyPr>
          <a:lstStyle>
            <a:lvl1pPr algn="l">
              <a:buNone/>
              <a:defRPr sz="2100" b="1">
                <a:effectLst/>
              </a:defRPr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5A63921-FD29-4E01-BF99-E0CCEFDDB2A0}" type="datetimeFigureOut">
              <a:rPr lang="ru-RU" smtClean="0"/>
              <a:pPr/>
              <a:t>21.01.2016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40720B0D-0020-4991-AACD-5FFC9CE5C1D6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762000" y="1066800"/>
            <a:ext cx="4572000" cy="4572000"/>
          </a:xfrm>
          <a:prstGeom prst="rect">
            <a:avLst/>
          </a:prstGeom>
          <a:solidFill>
            <a:srgbClr val="FFFFFF"/>
          </a:solidFill>
          <a:ln w="88900" cap="sq">
            <a:solidFill>
              <a:srgbClr val="FFFFFF"/>
            </a:solidFill>
            <a:miter lim="800000"/>
          </a:ln>
          <a:effectLst>
            <a:outerShdw blurRad="55500" dist="18500" dir="5400000" algn="tl" rotWithShape="0">
              <a:srgbClr val="000000">
                <a:alpha val="3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 contourW="635">
            <a:bevelT w="25400" h="19050"/>
            <a:contourClr>
              <a:srgbClr val="969696"/>
            </a:contourClr>
          </a:sp3d>
        </p:spPr>
        <p:txBody>
          <a:bodyPr lIns="91440" tIns="274320" rtlCol="0" anchor="t">
            <a:normAutofit/>
          </a:bodyPr>
          <a:lstStyle>
            <a:extLst/>
          </a:lstStyle>
          <a:p>
            <a:pPr marL="0" indent="-283464" algn="l" rtl="0" eaLnBrk="1" latinLnBrk="0" hangingPunct="1">
              <a:lnSpc>
                <a:spcPts val="3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2"/>
              <a:buNone/>
            </a:pPr>
            <a:endParaRPr kumimoji="0" lang="en-US" sz="32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838200" y="1143003"/>
            <a:ext cx="4419600" cy="3514531"/>
          </a:xfrm>
          <a:prstGeom prst="roundRect">
            <a:avLst>
              <a:gd name="adj" fmla="val 783"/>
            </a:avLst>
          </a:prstGeom>
          <a:solidFill>
            <a:schemeClr val="bg2"/>
          </a:solidFill>
          <a:ln w="127000">
            <a:noFill/>
            <a:miter lim="800000"/>
          </a:ln>
          <a:effectLst/>
        </p:spPr>
        <p:txBody>
          <a:bodyPr lIns="91440" tIns="274320" anchor="t"/>
          <a:lstStyle>
            <a:lvl1pPr indent="0">
              <a:buNone/>
              <a:defRPr sz="3200"/>
            </a:lvl1pPr>
            <a:extLst/>
          </a:lstStyle>
          <a:p>
            <a:pPr marL="0" algn="l" eaLnBrk="1" latinLnBrk="0" hangingPunct="1"/>
            <a:r>
              <a:rPr kumimoji="0" lang="ru-RU" smtClean="0"/>
              <a:t>Вставка рисунка</a:t>
            </a:r>
            <a:endParaRPr kumimoji="0" lang="en-US" dirty="0"/>
          </a:p>
        </p:txBody>
      </p:sp>
      <p:sp>
        <p:nvSpPr>
          <p:cNvPr id="9" name="Блок-схема: процесс 8"/>
          <p:cNvSpPr/>
          <p:nvPr/>
        </p:nvSpPr>
        <p:spPr>
          <a:xfrm rot="19468671">
            <a:off x="396725" y="954341"/>
            <a:ext cx="685800" cy="204310"/>
          </a:xfrm>
          <a:prstGeom prst="flowChartProcess">
            <a:avLst/>
          </a:prstGeom>
          <a:solidFill>
            <a:srgbClr val="FBFBFB">
              <a:alpha val="45098"/>
            </a:srgbClr>
          </a:solidFill>
          <a:ln w="6350" cap="rnd" cmpd="sng" algn="ctr">
            <a:solidFill>
              <a:srgbClr val="FFFFFF">
                <a:alpha val="100000"/>
              </a:srgbClr>
            </a:solidFill>
            <a:prstDash val="solid"/>
          </a:ln>
          <a:effectLst>
            <a:outerShdw blurRad="25400" dist="25400" dir="3300000" sx="96000" sy="96000" algn="tl" rotWithShape="0">
              <a:schemeClr val="bg2">
                <a:shade val="90000"/>
                <a:satMod val="200000"/>
                <a:alpha val="40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0" name="Блок-схема: процесс 9"/>
          <p:cNvSpPr/>
          <p:nvPr/>
        </p:nvSpPr>
        <p:spPr>
          <a:xfrm rot="2103354" flipH="1">
            <a:off x="5003667" y="936786"/>
            <a:ext cx="649224" cy="204310"/>
          </a:xfrm>
          <a:prstGeom prst="flowChartProcess">
            <a:avLst/>
          </a:prstGeom>
          <a:solidFill>
            <a:srgbClr val="FBFBFB">
              <a:alpha val="45098"/>
            </a:srgbClr>
          </a:solidFill>
          <a:ln w="6350" cap="rnd" cmpd="sng" algn="ctr">
            <a:solidFill>
              <a:srgbClr val="FFFFFF">
                <a:alpha val="100000"/>
              </a:srgbClr>
            </a:solidFill>
            <a:prstDash val="solid"/>
          </a:ln>
          <a:effectLst>
            <a:outerShdw blurRad="25400" dist="25400" dir="3300000" sx="96000" sy="96000" algn="tl" rotWithShape="0">
              <a:schemeClr val="bg2">
                <a:alpha val="20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8200" y="4800600"/>
            <a:ext cx="4419600" cy="762000"/>
          </a:xfrm>
        </p:spPr>
        <p:txBody>
          <a:bodyPr anchor="ctr"/>
          <a:lstStyle>
            <a:lvl1pPr marL="0" indent="0" algn="l">
              <a:lnSpc>
                <a:spcPts val="1600"/>
              </a:lnSpc>
              <a:spcBef>
                <a:spcPts val="0"/>
              </a:spcBef>
              <a:buNone/>
              <a:defRPr sz="1400">
                <a:solidFill>
                  <a:srgbClr val="777777"/>
                </a:solidFill>
              </a:defRPr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</p:spTree>
  </p:cSld>
  <p:clrMapOvr>
    <a:masterClrMapping/>
  </p:clrMapOvr>
  <p:transition>
    <p:wipe dir="d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5A63921-FD29-4E01-BF99-E0CCEFDDB2A0}" type="datetimeFigureOut">
              <a:rPr lang="ru-RU" smtClean="0"/>
              <a:pPr/>
              <a:t>21.01.2016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40720B0D-0020-4991-AACD-5FFC9CE5C1D6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p:transition>
    <p:wipe dir="d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858000" y="274639"/>
            <a:ext cx="1828800" cy="5851525"/>
          </a:xfrm>
        </p:spPr>
        <p:txBody>
          <a:bodyPr vert="eaVert"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1143000" y="274640"/>
            <a:ext cx="5562600" cy="5851525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5A63921-FD29-4E01-BF99-E0CCEFDDB2A0}" type="datetimeFigureOut">
              <a:rPr lang="ru-RU" smtClean="0"/>
              <a:pPr/>
              <a:t>21.01.2016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40720B0D-0020-4991-AACD-5FFC9CE5C1D6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p:transition>
    <p:wipe dir="d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ирог 6"/>
          <p:cNvSpPr/>
          <p:nvPr/>
        </p:nvSpPr>
        <p:spPr>
          <a:xfrm>
            <a:off x="-815927" y="-815922"/>
            <a:ext cx="1638887" cy="1638887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Овал 7"/>
          <p:cNvSpPr/>
          <p:nvPr/>
        </p:nvSpPr>
        <p:spPr>
          <a:xfrm>
            <a:off x="168816" y="21102"/>
            <a:ext cx="1702191" cy="1702191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1" name="Кольцо 10"/>
          <p:cNvSpPr/>
          <p:nvPr/>
        </p:nvSpPr>
        <p:spPr>
          <a:xfrm rot="2315675">
            <a:off x="182881" y="1055077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-407500" t="-50000" r="507500" b="15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2" name="Прямоугольник 11"/>
          <p:cNvSpPr/>
          <p:nvPr/>
        </p:nvSpPr>
        <p:spPr>
          <a:xfrm>
            <a:off x="1012873" y="-54"/>
            <a:ext cx="8131127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1435608" y="274638"/>
            <a:ext cx="7498080" cy="1143000"/>
          </a:xfrm>
          <a:prstGeom prst="rect">
            <a:avLst/>
          </a:prstGeom>
        </p:spPr>
        <p:txBody>
          <a:bodyPr anchor="ctr">
            <a:normAutofit/>
          </a:bodyPr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9" name="Текст 8"/>
          <p:cNvSpPr>
            <a:spLocks noGrp="1"/>
          </p:cNvSpPr>
          <p:nvPr>
            <p:ph type="body" idx="1"/>
          </p:nvPr>
        </p:nvSpPr>
        <p:spPr>
          <a:xfrm>
            <a:off x="1435608" y="1447800"/>
            <a:ext cx="7498080" cy="4800600"/>
          </a:xfrm>
          <a:prstGeom prst="rect">
            <a:avLst/>
          </a:prstGeom>
        </p:spPr>
        <p:txBody>
          <a:bodyPr>
            <a:normAutofit/>
          </a:bodyPr>
          <a:lstStyle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24" name="Дата 23"/>
          <p:cNvSpPr>
            <a:spLocks noGrp="1"/>
          </p:cNvSpPr>
          <p:nvPr>
            <p:ph type="dt" sz="half" idx="2"/>
          </p:nvPr>
        </p:nvSpPr>
        <p:spPr>
          <a:xfrm>
            <a:off x="3581400" y="6305550"/>
            <a:ext cx="2133600" cy="476250"/>
          </a:xfrm>
          <a:prstGeom prst="rect">
            <a:avLst/>
          </a:prstGeom>
        </p:spPr>
        <p:txBody>
          <a:bodyPr anchor="b"/>
          <a:lstStyle>
            <a:lvl1pPr algn="r"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  <a:extLst/>
          </a:lstStyle>
          <a:p>
            <a:fld id="{95A63921-FD29-4E01-BF99-E0CCEFDDB2A0}" type="datetimeFigureOut">
              <a:rPr lang="ru-RU" smtClean="0"/>
              <a:pPr/>
              <a:t>21.01.2016</a:t>
            </a:fld>
            <a:endParaRPr lang="ru-RU"/>
          </a:p>
        </p:txBody>
      </p:sp>
      <p:sp>
        <p:nvSpPr>
          <p:cNvPr id="10" name="Нижний колонтитул 9"/>
          <p:cNvSpPr>
            <a:spLocks noGrp="1"/>
          </p:cNvSpPr>
          <p:nvPr>
            <p:ph type="ftr" sz="quarter" idx="3"/>
          </p:nvPr>
        </p:nvSpPr>
        <p:spPr>
          <a:xfrm>
            <a:off x="5715000" y="6305550"/>
            <a:ext cx="2895600" cy="476250"/>
          </a:xfrm>
          <a:prstGeom prst="rect">
            <a:avLst/>
          </a:prstGeom>
        </p:spPr>
        <p:txBody>
          <a:bodyPr anchor="b"/>
          <a:lstStyle>
            <a:lvl1pPr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  <a:effectLst/>
              </a:defRPr>
            </a:lvl1pPr>
            <a:extLst/>
          </a:lstStyle>
          <a:p>
            <a:endParaRPr lang="ru-RU"/>
          </a:p>
        </p:txBody>
      </p:sp>
      <p:sp>
        <p:nvSpPr>
          <p:cNvPr id="22" name="Номер слайда 21"/>
          <p:cNvSpPr>
            <a:spLocks noGrp="1"/>
          </p:cNvSpPr>
          <p:nvPr>
            <p:ph type="sldNum" sz="quarter" idx="4"/>
          </p:nvPr>
        </p:nvSpPr>
        <p:spPr>
          <a:xfrm>
            <a:off x="8613648" y="6305550"/>
            <a:ext cx="457200" cy="476250"/>
          </a:xfrm>
          <a:prstGeom prst="rect">
            <a:avLst/>
          </a:prstGeom>
        </p:spPr>
        <p:txBody>
          <a:bodyPr anchor="b"/>
          <a:lstStyle>
            <a:lvl1pPr algn="ctr"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  <a:effectLst/>
              </a:defRPr>
            </a:lvl1pPr>
            <a:extLst/>
          </a:lstStyle>
          <a:p>
            <a:fld id="{40720B0D-0020-4991-AACD-5FFC9CE5C1D6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5" name="Прямоугольник 14"/>
          <p:cNvSpPr/>
          <p:nvPr/>
        </p:nvSpPr>
        <p:spPr bwMode="invGray">
          <a:xfrm>
            <a:off x="1014984" y="-54"/>
            <a:ext cx="73152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p:transition>
    <p:wipe dir="d"/>
  </p:transition>
  <p:txStyles>
    <p:titleStyle>
      <a:lvl1pPr algn="l" rtl="0" eaLnBrk="1" latinLnBrk="0" hangingPunct="1">
        <a:spcBef>
          <a:spcPct val="0"/>
        </a:spcBef>
        <a:buNone/>
        <a:defRPr kumimoji="0" sz="4300" kern="1200">
          <a:solidFill>
            <a:schemeClr val="tx2">
              <a:satMod val="130000"/>
            </a:schemeClr>
          </a:solidFill>
          <a:effectLst>
            <a:outerShdw blurRad="50000" dist="30000" dir="5400000" algn="tl" rotWithShape="0">
              <a:srgbClr val="000000">
                <a:alpha val="30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83464" algn="l" rtl="0" eaLnBrk="1" latinLnBrk="0" hangingPunct="1">
        <a:lnSpc>
          <a:spcPct val="100000"/>
        </a:lnSpc>
        <a:spcBef>
          <a:spcPts val="600"/>
        </a:spcBef>
        <a:buClr>
          <a:schemeClr val="accent1"/>
        </a:buClr>
        <a:buSzPct val="80000"/>
        <a:buFont typeface="Wingdings 2"/>
        <a:buChar char="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37744" algn="l" rtl="0" eaLnBrk="1" latinLnBrk="0" hangingPunct="1">
        <a:lnSpc>
          <a:spcPct val="100000"/>
        </a:lnSpc>
        <a:spcBef>
          <a:spcPts val="550"/>
        </a:spcBef>
        <a:buClr>
          <a:schemeClr val="accent1"/>
        </a:buClr>
        <a:buFont typeface="Verdana"/>
        <a:buChar char="◦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886968" indent="-228600" algn="l" rtl="0" eaLnBrk="1" latinLnBrk="0" hangingPunct="1">
        <a:lnSpc>
          <a:spcPct val="100000"/>
        </a:lnSpc>
        <a:spcBef>
          <a:spcPct val="20000"/>
        </a:spcBef>
        <a:buClr>
          <a:schemeClr val="accent2"/>
        </a:buClr>
        <a:buFont typeface="Wingdings 2"/>
        <a:buChar char="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173736" algn="l" rtl="0" eaLnBrk="1" latinLnBrk="0" hangingPunct="1">
        <a:lnSpc>
          <a:spcPct val="100000"/>
        </a:lnSpc>
        <a:spcBef>
          <a:spcPct val="20000"/>
        </a:spcBef>
        <a:buClr>
          <a:schemeClr val="accent3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182880" algn="l" rtl="0" eaLnBrk="1" latinLnBrk="0" hangingPunct="1">
        <a:lnSpc>
          <a:spcPct val="100000"/>
        </a:lnSpc>
        <a:spcBef>
          <a:spcPct val="20000"/>
        </a:spcBef>
        <a:buClr>
          <a:schemeClr val="accent4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508760" indent="-182880" algn="l" rtl="0" eaLnBrk="1" latinLnBrk="0" hangingPunct="1">
        <a:lnSpc>
          <a:spcPct val="100000"/>
        </a:lnSpc>
        <a:spcBef>
          <a:spcPct val="20000"/>
        </a:spcBef>
        <a:buClr>
          <a:schemeClr val="accent5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1719072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2130552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219200" y="3212976"/>
            <a:ext cx="6858000" cy="2376264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 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sz="3100" b="1" dirty="0" smtClean="0"/>
              <a:t>СОВЕРШЕНСТВОВАНИЕ ИНФОРМАЦИОННОГО ОБЕСПЕЧЕНИЯ ДЛЯ СИСТЕМ УПРАВЛЕНИЯ ЖИЗНЕННЫМ ЦИКЛОМ</a:t>
            </a:r>
            <a:r>
              <a:rPr lang="ru-RU" sz="2200" dirty="0" smtClean="0"/>
              <a:t/>
            </a:r>
            <a:br>
              <a:rPr lang="ru-RU" sz="2200" dirty="0" smtClean="0"/>
            </a:br>
            <a:endParaRPr lang="ru-RU" sz="2200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403648" y="1700808"/>
            <a:ext cx="7406640" cy="1752600"/>
          </a:xfrm>
        </p:spPr>
        <p:txBody>
          <a:bodyPr>
            <a:normAutofit fontScale="85000" lnSpcReduction="10000"/>
          </a:bodyPr>
          <a:lstStyle/>
          <a:p>
            <a:r>
              <a:rPr lang="ru-RU" dirty="0" smtClean="0"/>
              <a:t>Автор: Темников Андрей, студент группы 521 Финансового Университета при правительстве Российской Федерации.</a:t>
            </a:r>
          </a:p>
          <a:p>
            <a:r>
              <a:rPr lang="ru-RU" dirty="0" smtClean="0"/>
              <a:t>Научный руководитель: </a:t>
            </a:r>
            <a:r>
              <a:rPr lang="ru-RU" dirty="0" err="1" smtClean="0"/>
              <a:t>Переверзев</a:t>
            </a:r>
            <a:r>
              <a:rPr lang="ru-RU" dirty="0" smtClean="0"/>
              <a:t> Павел Петрович, доктор технических наук, доцент, профессор кафедры математики и информатики</a:t>
            </a:r>
            <a:endParaRPr lang="ru-RU" dirty="0"/>
          </a:p>
        </p:txBody>
      </p:sp>
    </p:spTree>
  </p:cSld>
  <p:clrMapOvr>
    <a:masterClrMapping/>
  </p:clrMapOvr>
  <p:transition>
    <p:wipe dir="d"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dirty="0" smtClean="0"/>
              <a:t>Информационное обеспечение</a:t>
            </a:r>
            <a:endParaRPr lang="ru-RU" dirty="0"/>
          </a:p>
        </p:txBody>
      </p:sp>
      <p:graphicFrame>
        <p:nvGraphicFramePr>
          <p:cNvPr id="8" name="Содержимое 7"/>
          <p:cNvGraphicFramePr>
            <a:graphicFrameLocks noGrp="1"/>
          </p:cNvGraphicFramePr>
          <p:nvPr>
            <p:ph idx="1"/>
          </p:nvPr>
        </p:nvGraphicFramePr>
        <p:xfrm>
          <a:off x="2267744" y="1219200"/>
          <a:ext cx="6419056" cy="4937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403648" y="2204864"/>
            <a:ext cx="28803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Ввод данных в систему</a:t>
            </a:r>
            <a:endParaRPr lang="ru-RU" sz="2400" dirty="0"/>
          </a:p>
        </p:txBody>
      </p:sp>
      <p:sp>
        <p:nvSpPr>
          <p:cNvPr id="12" name="TextBox 11"/>
          <p:cNvSpPr txBox="1"/>
          <p:nvPr/>
        </p:nvSpPr>
        <p:spPr>
          <a:xfrm>
            <a:off x="1331640" y="4077072"/>
            <a:ext cx="30963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Предоставление данных пользователю</a:t>
            </a:r>
            <a:endParaRPr lang="ru-RU" sz="2400" dirty="0"/>
          </a:p>
        </p:txBody>
      </p:sp>
    </p:spTree>
  </p:cSld>
  <p:clrMapOvr>
    <a:masterClrMapping/>
  </p:clrMapOvr>
  <p:transition>
    <p:wipe dir="d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dirty="0" smtClean="0"/>
              <a:t>Управление жизненным циклом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buNone/>
            </a:pPr>
            <a:r>
              <a:rPr lang="ru-RU" dirty="0" smtClean="0"/>
              <a:t>		</a:t>
            </a:r>
            <a:r>
              <a:rPr lang="ru-RU" b="1" dirty="0" smtClean="0"/>
              <a:t>УЖЦ </a:t>
            </a:r>
            <a:r>
              <a:rPr lang="ru-RU" dirty="0" smtClean="0"/>
              <a:t>- это стратегия ведения бизнеса на основе системных </a:t>
            </a:r>
            <a:r>
              <a:rPr lang="ru-RU" dirty="0" err="1" smtClean="0"/>
              <a:t>бизнес-решений</a:t>
            </a:r>
            <a:r>
              <a:rPr lang="ru-RU" dirty="0" smtClean="0"/>
              <a:t>, поддерживающих коллективную разработку, управление, распространение и использование информации о спецификации изделия в рамках расширенного предприятия от концепции до конца жизненного цикла изделия. </a:t>
            </a:r>
            <a:endParaRPr lang="en-US" dirty="0" smtClean="0"/>
          </a:p>
          <a:p>
            <a:pPr>
              <a:buNone/>
            </a:pPr>
            <a:r>
              <a:rPr lang="en-US" dirty="0" smtClean="0"/>
              <a:t>		</a:t>
            </a:r>
            <a:r>
              <a:rPr lang="ru-RU" b="1" dirty="0" smtClean="0"/>
              <a:t>Основные этапы жизненного цикла:</a:t>
            </a:r>
          </a:p>
          <a:p>
            <a:pPr marL="273050" lvl="0" indent="179388"/>
            <a:r>
              <a:rPr lang="ru-RU" dirty="0" smtClean="0"/>
              <a:t>Маркетинговые исследования</a:t>
            </a:r>
          </a:p>
          <a:p>
            <a:pPr marL="273050" lvl="0" indent="179388"/>
            <a:r>
              <a:rPr lang="ru-RU" dirty="0" smtClean="0"/>
              <a:t>Проектирование</a:t>
            </a:r>
          </a:p>
          <a:p>
            <a:pPr marL="273050" lvl="0" indent="179388"/>
            <a:r>
              <a:rPr lang="ru-RU" dirty="0" smtClean="0"/>
              <a:t>Технологическая подготовка производства (ТПП)</a:t>
            </a:r>
          </a:p>
          <a:p>
            <a:pPr marL="273050" lvl="0" indent="179388"/>
            <a:r>
              <a:rPr lang="ru-RU" dirty="0" smtClean="0"/>
              <a:t>Производство</a:t>
            </a:r>
          </a:p>
          <a:p>
            <a:pPr marL="273050" lvl="0" indent="179388"/>
            <a:r>
              <a:rPr lang="ru-RU" dirty="0" smtClean="0"/>
              <a:t>Послепродажное обслуживание</a:t>
            </a:r>
          </a:p>
          <a:p>
            <a:pPr marL="273050" lvl="0" indent="179388"/>
            <a:r>
              <a:rPr lang="ru-RU" dirty="0" smtClean="0"/>
              <a:t>Эксплуатация продукции</a:t>
            </a:r>
          </a:p>
          <a:p>
            <a:pPr marL="273050" lvl="0" indent="179388"/>
            <a:r>
              <a:rPr lang="ru-RU" dirty="0" smtClean="0"/>
              <a:t>Утилизация</a:t>
            </a:r>
          </a:p>
          <a:p>
            <a:pPr>
              <a:buNone/>
            </a:pPr>
            <a:endParaRPr lang="ru-RU" dirty="0"/>
          </a:p>
        </p:txBody>
      </p:sp>
    </p:spTree>
  </p:cSld>
  <p:clrMapOvr>
    <a:masterClrMapping/>
  </p:clrMapOvr>
  <p:transition>
    <p:wipe dir="d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Жесткость требования к бизнес-процессам </a:t>
            </a:r>
            <a:endParaRPr lang="ru-RU" dirty="0"/>
          </a:p>
        </p:txBody>
      </p:sp>
      <p:graphicFrame>
        <p:nvGraphicFramePr>
          <p:cNvPr id="4" name="Содержимое 3"/>
          <p:cNvGraphicFramePr>
            <a:graphicFrameLocks noGrp="1"/>
          </p:cNvGraphicFramePr>
          <p:nvPr>
            <p:ph idx="1"/>
          </p:nvPr>
        </p:nvGraphicFramePr>
        <p:xfrm>
          <a:off x="1435100" y="1447800"/>
          <a:ext cx="7499350" cy="4800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Равнобедренный треугольник 4"/>
          <p:cNvSpPr/>
          <p:nvPr/>
        </p:nvSpPr>
        <p:spPr>
          <a:xfrm rot="10800000">
            <a:off x="4499992" y="2780928"/>
            <a:ext cx="1152128" cy="50405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/>
          <p:cNvSpPr txBox="1"/>
          <p:nvPr/>
        </p:nvSpPr>
        <p:spPr>
          <a:xfrm>
            <a:off x="4355976" y="2060848"/>
            <a:ext cx="13211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 smtClean="0"/>
              <a:t>СУЖЦ</a:t>
            </a:r>
            <a:endParaRPr lang="ru-RU" sz="3200" dirty="0"/>
          </a:p>
        </p:txBody>
      </p:sp>
      <p:sp>
        <p:nvSpPr>
          <p:cNvPr id="7" name="TextBox 6"/>
          <p:cNvSpPr txBox="1"/>
          <p:nvPr/>
        </p:nvSpPr>
        <p:spPr>
          <a:xfrm>
            <a:off x="971600" y="4797152"/>
            <a:ext cx="39376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buFont typeface="Arial" pitchFamily="34" charset="0"/>
              <a:buChar char="•"/>
            </a:pPr>
            <a:r>
              <a:rPr lang="ru-RU" sz="2400" dirty="0" smtClean="0"/>
              <a:t>Минимальный функционал</a:t>
            </a:r>
          </a:p>
          <a:p>
            <a:pPr>
              <a:buFont typeface="Arial" pitchFamily="34" charset="0"/>
              <a:buChar char="•"/>
            </a:pPr>
            <a:r>
              <a:rPr lang="ru-RU" sz="2400" dirty="0" smtClean="0"/>
              <a:t>Оплата ненужных функций</a:t>
            </a:r>
            <a:endParaRPr lang="ru-RU" sz="2400" dirty="0"/>
          </a:p>
        </p:txBody>
      </p:sp>
      <p:sp>
        <p:nvSpPr>
          <p:cNvPr id="8" name="TextBox 7"/>
          <p:cNvSpPr txBox="1"/>
          <p:nvPr/>
        </p:nvSpPr>
        <p:spPr>
          <a:xfrm>
            <a:off x="5076056" y="5229200"/>
            <a:ext cx="381642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Arial" pitchFamily="34" charset="0"/>
              <a:buChar char="•"/>
            </a:pPr>
            <a:r>
              <a:rPr lang="ru-RU" sz="2400" dirty="0" smtClean="0"/>
              <a:t>Несоответствие требованиям реального предприятия</a:t>
            </a:r>
            <a:endParaRPr lang="ru-RU" sz="2400" dirty="0"/>
          </a:p>
        </p:txBody>
      </p:sp>
    </p:spTree>
  </p:cSld>
  <p:clrMapOvr>
    <a:masterClrMapping/>
  </p:clrMapOvr>
  <p:transition>
    <p:wipe dir="d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Данные об объекте	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115616" y="1447800"/>
            <a:ext cx="8028384" cy="4800600"/>
          </a:xfrm>
        </p:spPr>
        <p:txBody>
          <a:bodyPr>
            <a:normAutofit fontScale="85000" lnSpcReduction="10000"/>
          </a:bodyPr>
          <a:lstStyle/>
          <a:p>
            <a:r>
              <a:rPr lang="ru-RU" dirty="0" smtClean="0"/>
              <a:t>Чертежи и 3</a:t>
            </a:r>
            <a:r>
              <a:rPr lang="en-US" dirty="0" smtClean="0"/>
              <a:t>D</a:t>
            </a:r>
            <a:r>
              <a:rPr lang="ru-RU" dirty="0" smtClean="0"/>
              <a:t>-модель;</a:t>
            </a:r>
          </a:p>
          <a:p>
            <a:r>
              <a:rPr lang="ru-RU" dirty="0" smtClean="0"/>
              <a:t>Сопроводительная документация;</a:t>
            </a:r>
          </a:p>
          <a:p>
            <a:r>
              <a:rPr lang="ru-RU" dirty="0" smtClean="0"/>
              <a:t>Состав изделия;</a:t>
            </a:r>
          </a:p>
          <a:p>
            <a:r>
              <a:rPr lang="ru-RU" dirty="0" smtClean="0"/>
              <a:t>Стоимость материалов;</a:t>
            </a:r>
          </a:p>
          <a:p>
            <a:r>
              <a:rPr lang="ru-RU" dirty="0" smtClean="0"/>
              <a:t>Технологический процесс;</a:t>
            </a:r>
          </a:p>
          <a:p>
            <a:r>
              <a:rPr lang="ru-RU" dirty="0" smtClean="0"/>
              <a:t>Норма времени и разряды рабочих для расчета зарплат и себестоимости;</a:t>
            </a:r>
          </a:p>
          <a:p>
            <a:r>
              <a:rPr lang="ru-RU" dirty="0" smtClean="0"/>
              <a:t>Указания по содержанию драгоценных металлов согласно требованиям ГОСТ 2.608-78;</a:t>
            </a:r>
          </a:p>
          <a:p>
            <a:r>
              <a:rPr lang="ru-RU" dirty="0" smtClean="0"/>
              <a:t>Возможность замены покупными изделиями и т.д.</a:t>
            </a:r>
          </a:p>
          <a:p>
            <a:endParaRPr lang="ru-RU" dirty="0"/>
          </a:p>
        </p:txBody>
      </p:sp>
    </p:spTree>
  </p:cSld>
  <p:clrMapOvr>
    <a:masterClrMapping/>
  </p:clrMapOvr>
  <p:transition>
    <p:wipe dir="d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87624" y="0"/>
            <a:ext cx="7746064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Подготовка ввода данных в СУЖЦ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043608" y="1124744"/>
            <a:ext cx="8100392" cy="5544616"/>
          </a:xfrm>
        </p:spPr>
        <p:txBody>
          <a:bodyPr>
            <a:normAutofit fontScale="40000" lnSpcReduction="20000"/>
          </a:bodyPr>
          <a:lstStyle/>
          <a:p>
            <a:r>
              <a:rPr lang="ru-RU" sz="5000" dirty="0" smtClean="0"/>
              <a:t>Определить, какие дополнительные функции будет выполнять система</a:t>
            </a:r>
          </a:p>
          <a:p>
            <a:r>
              <a:rPr lang="ru-RU" sz="5000" dirty="0" smtClean="0"/>
              <a:t>Получить перечень наименований и типа необходимых данных.</a:t>
            </a:r>
          </a:p>
          <a:p>
            <a:r>
              <a:rPr lang="ru-RU" sz="5000" dirty="0" smtClean="0"/>
              <a:t>Собрать данные о типах объектов, используемых на производстве</a:t>
            </a:r>
          </a:p>
          <a:p>
            <a:pPr lvl="1"/>
            <a:r>
              <a:rPr lang="ru-RU" sz="4500" dirty="0" smtClean="0"/>
              <a:t>Материал – имеются в виду ещё не прошедшие обработку материальные ресурсы;</a:t>
            </a:r>
          </a:p>
          <a:p>
            <a:pPr lvl="1"/>
            <a:r>
              <a:rPr lang="ru-RU" sz="4500" dirty="0" smtClean="0"/>
              <a:t>Заготовка – материал, с которым были произведены определенные операции;</a:t>
            </a:r>
          </a:p>
          <a:p>
            <a:pPr lvl="1"/>
            <a:r>
              <a:rPr lang="ru-RU" sz="4500" dirty="0" smtClean="0"/>
              <a:t>Деталь – законченный элемент конструкции;</a:t>
            </a:r>
          </a:p>
          <a:p>
            <a:pPr lvl="1"/>
            <a:r>
              <a:rPr lang="ru-RU" sz="4500" dirty="0" smtClean="0"/>
              <a:t>Сборочная единица – деталь, в составе которой содержатся другие детали или сборочные единицы;</a:t>
            </a:r>
          </a:p>
          <a:p>
            <a:pPr lvl="1"/>
            <a:r>
              <a:rPr lang="ru-RU" sz="4500" dirty="0" smtClean="0"/>
              <a:t>Покупное комплектующее изделие – деталь, которая не производится на предприятии, а закупается;</a:t>
            </a:r>
          </a:p>
          <a:p>
            <a:pPr lvl="1"/>
            <a:r>
              <a:rPr lang="ru-RU" sz="4500" dirty="0" smtClean="0"/>
              <a:t>Инструмент – применяется в том случае, если для изготовления или настройки продукции требуется нестандартное оборудование;</a:t>
            </a:r>
          </a:p>
          <a:p>
            <a:pPr lvl="1"/>
            <a:r>
              <a:rPr lang="ru-RU" sz="4500" dirty="0" smtClean="0"/>
              <a:t>Документ – сюда относится вся сопроводительная документация, т.е. чертежи, спецификации, технические условия, перечни, инструкции и т.д. </a:t>
            </a:r>
          </a:p>
          <a:p>
            <a:r>
              <a:rPr lang="ru-RU" sz="5000" dirty="0" smtClean="0"/>
              <a:t>Определить, к какому объекту какой атрибут относится.</a:t>
            </a:r>
          </a:p>
          <a:p>
            <a:r>
              <a:rPr lang="ru-RU" sz="5000" dirty="0" smtClean="0"/>
              <a:t>Занести собранные данные в СУЖЦ</a:t>
            </a:r>
          </a:p>
          <a:p>
            <a:endParaRPr lang="ru-RU" dirty="0"/>
          </a:p>
        </p:txBody>
      </p:sp>
    </p:spTree>
  </p:cSld>
  <p:clrMapOvr>
    <a:masterClrMapping/>
  </p:clrMapOvr>
  <p:transition>
    <p:wipe dir="d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Подготовка данных для пользователей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0">
              <a:buNone/>
            </a:pPr>
            <a:r>
              <a:rPr lang="ru-RU" dirty="0" smtClean="0"/>
              <a:t>Необходимая для работы документация:</a:t>
            </a:r>
          </a:p>
          <a:p>
            <a:pPr lvl="0"/>
            <a:r>
              <a:rPr lang="ru-RU" dirty="0" smtClean="0"/>
              <a:t>Состав изделия;</a:t>
            </a:r>
          </a:p>
          <a:p>
            <a:pPr lvl="0"/>
            <a:r>
              <a:rPr lang="ru-RU" dirty="0" smtClean="0"/>
              <a:t>Ведомости ПКИ и цеховой применяемости;</a:t>
            </a:r>
          </a:p>
          <a:p>
            <a:pPr lvl="0"/>
            <a:r>
              <a:rPr lang="ru-RU" dirty="0" smtClean="0"/>
              <a:t>Ведомости допустимых замен ПКИ;</a:t>
            </a:r>
          </a:p>
          <a:p>
            <a:pPr lvl="0"/>
            <a:r>
              <a:rPr lang="ru-RU" dirty="0" smtClean="0"/>
              <a:t>Технологический маршрут;</a:t>
            </a:r>
          </a:p>
          <a:p>
            <a:pPr lvl="0"/>
            <a:r>
              <a:rPr lang="ru-RU" dirty="0" smtClean="0"/>
              <a:t>Расчет заработной платы (по изделию/цеху/рабочему);</a:t>
            </a:r>
          </a:p>
          <a:p>
            <a:pPr lvl="0"/>
            <a:r>
              <a:rPr lang="ru-RU" dirty="0" smtClean="0"/>
              <a:t>Отчет потребности в материалах;</a:t>
            </a:r>
          </a:p>
          <a:p>
            <a:pPr lvl="0"/>
            <a:r>
              <a:rPr lang="ru-RU" dirty="0" smtClean="0"/>
              <a:t>Расчет трудозатрат и т.д.</a:t>
            </a:r>
          </a:p>
          <a:p>
            <a:endParaRPr lang="ru-RU" dirty="0"/>
          </a:p>
        </p:txBody>
      </p:sp>
    </p:spTree>
  </p:cSld>
  <p:clrMapOvr>
    <a:masterClrMapping/>
  </p:clrMapOvr>
  <p:transition>
    <p:wipe dir="d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Интерфейсы программирования приложений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ru-RU" dirty="0" smtClean="0"/>
              <a:t>		API (интерфейс программирования приложений, интерфейс прикладного программирования) (англ. </a:t>
            </a:r>
            <a:r>
              <a:rPr lang="ru-RU" dirty="0" err="1" smtClean="0"/>
              <a:t>application</a:t>
            </a:r>
            <a:r>
              <a:rPr lang="ru-RU" dirty="0" smtClean="0"/>
              <a:t> </a:t>
            </a:r>
            <a:r>
              <a:rPr lang="ru-RU" dirty="0" err="1" smtClean="0"/>
              <a:t>programming</a:t>
            </a:r>
            <a:r>
              <a:rPr lang="ru-RU" dirty="0" smtClean="0"/>
              <a:t> </a:t>
            </a:r>
            <a:r>
              <a:rPr lang="ru-RU" dirty="0" err="1" smtClean="0"/>
              <a:t>interface</a:t>
            </a:r>
            <a:r>
              <a:rPr lang="ru-RU" dirty="0" smtClean="0"/>
              <a:t>) — набор готовых классов, процедур, функций, структур и констант, предоставляемых приложением (библиотекой, сервисом) для использования во внешних программных продуктах.</a:t>
            </a:r>
            <a:endParaRPr lang="ru-RU" dirty="0"/>
          </a:p>
        </p:txBody>
      </p:sp>
    </p:spTree>
  </p:cSld>
  <p:clrMapOvr>
    <a:masterClrMapping/>
  </p:clrMapOvr>
  <p:transition>
    <p:wipe dir="d"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Выводы	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259632" y="1447800"/>
            <a:ext cx="7674056" cy="5149552"/>
          </a:xfrm>
        </p:spPr>
        <p:txBody>
          <a:bodyPr>
            <a:normAutofit fontScale="77500" lnSpcReduction="20000"/>
          </a:bodyPr>
          <a:lstStyle/>
          <a:p>
            <a:r>
              <a:rPr lang="ru-RU" dirty="0" smtClean="0"/>
              <a:t>Выявлены основные направления совершенствования информационного обеспечения для систем управления жизненным циклом на примере реализации наиболее часто используемого функционала. </a:t>
            </a:r>
          </a:p>
          <a:p>
            <a:r>
              <a:rPr lang="ru-RU" dirty="0" smtClean="0"/>
              <a:t>Основными критериями для создания информационного обеспечения являются потребность исполнителей бизнес-процессов в информации и целесообразность добавления новых возможностей. </a:t>
            </a:r>
          </a:p>
          <a:p>
            <a:r>
              <a:rPr lang="ru-RU" dirty="0" smtClean="0"/>
              <a:t>Для решения каждой задачи есть свой инструмент, и попытки добавить в СУЖЦ функции, выходящие далеко за рамки управления жизненным циклом, могут привести к излишним финансовым затратам.</a:t>
            </a:r>
          </a:p>
          <a:p>
            <a:endParaRPr lang="ru-RU" dirty="0" smtClean="0"/>
          </a:p>
        </p:txBody>
      </p:sp>
    </p:spTree>
  </p:cSld>
  <p:clrMapOvr>
    <a:masterClrMapping/>
  </p:clrMapOvr>
  <p:transition>
    <p:wipe dir="d"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/>
              <a:t>Благодарю за внимание!</a:t>
            </a:r>
            <a:endParaRPr lang="ru-RU" dirty="0"/>
          </a:p>
        </p:txBody>
      </p:sp>
      <p:sp>
        <p:nvSpPr>
          <p:cNvPr id="5" name="Подзаголовок 4"/>
          <p:cNvSpPr>
            <a:spLocks noGrp="1"/>
          </p:cNvSpPr>
          <p:nvPr>
            <p:ph type="subTitle" idx="1"/>
          </p:nvPr>
        </p:nvSpPr>
        <p:spPr>
          <a:xfrm>
            <a:off x="1403648" y="2060848"/>
            <a:ext cx="7406640" cy="1752600"/>
          </a:xfrm>
        </p:spPr>
        <p:txBody>
          <a:bodyPr>
            <a:normAutofit fontScale="85000" lnSpcReduction="10000"/>
          </a:bodyPr>
          <a:lstStyle/>
          <a:p>
            <a:r>
              <a:rPr lang="ru-RU" dirty="0" smtClean="0"/>
              <a:t>Автор: Темников Андрей, студент группы 521 Финансового Университета при правительстве Российской Федерации.</a:t>
            </a:r>
          </a:p>
          <a:p>
            <a:r>
              <a:rPr lang="ru-RU" dirty="0" smtClean="0"/>
              <a:t>Научный руководитель: </a:t>
            </a:r>
            <a:r>
              <a:rPr lang="ru-RU" dirty="0" err="1" smtClean="0"/>
              <a:t>Переверзев</a:t>
            </a:r>
            <a:r>
              <a:rPr lang="ru-RU" dirty="0" smtClean="0"/>
              <a:t> Павел Петрович, доктор технических наук, доцент, профессор кафедры математики и информатики</a:t>
            </a:r>
          </a:p>
          <a:p>
            <a:endParaRPr lang="ru-RU" dirty="0"/>
          </a:p>
        </p:txBody>
      </p:sp>
    </p:spTree>
  </p:cSld>
  <p:clrMapOvr>
    <a:masterClrMapping/>
  </p:clrMapOvr>
  <p:transition>
    <p:wipe dir="d"/>
  </p:transition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Солнцестояние">
  <a:themeElements>
    <a:clrScheme name="Солнцестояние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Солнцестояние">
      <a:maj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HY엽서L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inorFont>
    </a:fontScheme>
    <a:fmtScheme name="Солнцестояние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53000"/>
              </a:schemeClr>
            </a:gs>
            <a:gs pos="50000">
              <a:schemeClr val="phClr">
                <a:tint val="42000"/>
                <a:satMod val="255000"/>
              </a:schemeClr>
            </a:gs>
            <a:gs pos="97000">
              <a:schemeClr val="phClr">
                <a:tint val="53000"/>
                <a:satMod val="260000"/>
              </a:schemeClr>
            </a:gs>
            <a:gs pos="100000">
              <a:schemeClr val="phClr">
                <a:tint val="56000"/>
                <a:satMod val="275000"/>
              </a:schemeClr>
            </a:gs>
          </a:gsLst>
          <a:path path="circle">
            <a:fillToRect l="50000" t="50000" r="50000" b="50000"/>
          </a:path>
        </a:gradFill>
        <a:gradFill rotWithShape="1">
          <a:gsLst>
            <a:gs pos="0">
              <a:schemeClr val="phClr">
                <a:tint val="92000"/>
                <a:satMod val="170000"/>
              </a:schemeClr>
            </a:gs>
            <a:gs pos="15000">
              <a:schemeClr val="phClr">
                <a:tint val="92000"/>
                <a:shade val="99000"/>
                <a:satMod val="170000"/>
              </a:schemeClr>
            </a:gs>
            <a:gs pos="62000">
              <a:schemeClr val="phClr">
                <a:tint val="96000"/>
                <a:shade val="80000"/>
                <a:satMod val="170000"/>
              </a:schemeClr>
            </a:gs>
            <a:gs pos="97000">
              <a:schemeClr val="phClr">
                <a:tint val="98000"/>
                <a:shade val="63000"/>
                <a:satMod val="170000"/>
              </a:schemeClr>
            </a:gs>
            <a:gs pos="100000">
              <a:schemeClr val="phClr">
                <a:shade val="62000"/>
                <a:satMod val="170000"/>
              </a:schemeClr>
            </a:gs>
          </a:gsLst>
          <a:path path="circle">
            <a:fillToRect l="50000" t="50000" r="50000" b="5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8700000"/>
            </a:lightRig>
          </a:scene3d>
          <a:sp3d contourW="12700">
            <a:bevelT w="0" h="0"/>
            <a:contourClr>
              <a:schemeClr val="phClr">
                <a:shade val="80000"/>
              </a:schemeClr>
            </a:contourClr>
          </a:sp3d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5400000"/>
            </a:lightRig>
          </a:scene3d>
          <a:sp3d contourW="12700">
            <a:bevelT w="25400" h="50800" prst="angle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355000"/>
              </a:schemeClr>
            </a:gs>
            <a:gs pos="40000">
              <a:schemeClr val="phClr">
                <a:tint val="85000"/>
                <a:satMod val="320000"/>
              </a:schemeClr>
            </a:gs>
            <a:gs pos="100000">
              <a:schemeClr val="phClr">
                <a:shade val="55000"/>
                <a:satMod val="300000"/>
              </a:schemeClr>
            </a:gs>
          </a:gsLst>
          <a:path path="circle">
            <a:fillToRect l="-24500" t="-20000" r="124500" b="12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"/>
                <a:satMod val="300000"/>
              </a:schemeClr>
              <a:schemeClr val="phClr">
                <a:tint val="90000"/>
                <a:satMod val="225000"/>
              </a:schemeClr>
            </a:duotone>
          </a:blip>
          <a:tile tx="0" ty="0" sx="90000" sy="90000" flip="xy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Solstice</Template>
  <TotalTime>226</TotalTime>
  <Words>417</Words>
  <Application>Microsoft Office PowerPoint</Application>
  <PresentationFormat>Экран (4:3)</PresentationFormat>
  <Paragraphs>69</Paragraphs>
  <Slides>10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1" baseType="lpstr">
      <vt:lpstr>Солнцестояние</vt:lpstr>
      <vt:lpstr>  СОВЕРШЕНСТВОВАНИЕ ИНФОРМАЦИОННОГО ОБЕСПЕЧЕНИЯ ДЛЯ СИСТЕМ УПРАВЛЕНИЯ ЖИЗНЕННЫМ ЦИКЛОМ </vt:lpstr>
      <vt:lpstr>Информационное обеспечение</vt:lpstr>
      <vt:lpstr>Управление жизненным циклом</vt:lpstr>
      <vt:lpstr>Жесткость требования к бизнес-процессам </vt:lpstr>
      <vt:lpstr>Данные об объекте </vt:lpstr>
      <vt:lpstr>Подготовка ввода данных в СУЖЦ</vt:lpstr>
      <vt:lpstr>Подготовка данных для пользователей</vt:lpstr>
      <vt:lpstr>Интерфейсы программирования приложений</vt:lpstr>
      <vt:lpstr>Выводы </vt:lpstr>
      <vt:lpstr>Благодарю за внимание!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СОВЕРШЕНСТВОВАНИЕ ИНФОРМАЦИОННОГО ОБЕСПЕЧЕНИЯ ДЛЯ СИСТЕМ УПРАВЛЕНИЯ ЖИЗНЕННЫМ ЦИКЛОМ</dc:title>
  <dc:creator>Андрей</dc:creator>
  <cp:lastModifiedBy>user</cp:lastModifiedBy>
  <cp:revision>30</cp:revision>
  <dcterms:created xsi:type="dcterms:W3CDTF">2016-01-03T17:15:27Z</dcterms:created>
  <dcterms:modified xsi:type="dcterms:W3CDTF">2016-01-21T13:48:16Z</dcterms:modified>
</cp:coreProperties>
</file>