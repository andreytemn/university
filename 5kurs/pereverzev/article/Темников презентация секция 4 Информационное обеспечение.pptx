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diagrams/colors1.xml" ContentType="application/vnd.openxmlformats-officedocument.drawingml.diagramColors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1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diagrams/drawing1.xml" ContentType="application/vnd.ms-office.drawingml.diagramDrawing+xml"/>
  <Override PartName="/ppt/diagrams/quickStyle2.xml" ContentType="application/vnd.openxmlformats-officedocument.drawingml.diagramStyl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diagrams/quickStyle1.xml" ContentType="application/vnd.openxmlformats-officedocument.drawingml.diagramStyle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diagrams/layout2.xml" ContentType="application/vnd.openxmlformats-officedocument.drawingml.diagramLayout+xml"/>
  <Override PartName="/ppt/diagrams/layout1.xml" ContentType="application/vnd.openxmlformats-officedocument.drawingml.diagramLayout+xml"/>
  <Override PartName="/ppt/diagrams/data2.xml" ContentType="application/vnd.openxmlformats-officedocument.drawingml.diagramData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diagrams/data1.xml" ContentType="application/vnd.openxmlformats-officedocument.drawingml.diagramData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6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99" d="100"/>
          <a:sy n="99" d="100"/>
        </p:scale>
        <p:origin x="-234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E4351CD-DDEE-4C94-BB34-847B0B8C60E7}" type="doc">
      <dgm:prSet loTypeId="urn:microsoft.com/office/officeart/2005/8/layout/process2" loCatId="process" qsTypeId="urn:microsoft.com/office/officeart/2005/8/quickstyle/simple1" qsCatId="simple" csTypeId="urn:microsoft.com/office/officeart/2005/8/colors/accent1_2" csCatId="accent1" phldr="1"/>
      <dgm:spPr/>
    </dgm:pt>
    <dgm:pt modelId="{D8D83173-D390-4DCB-9C7A-4707ABE88E3E}">
      <dgm:prSet phldrT="[Текст]"/>
      <dgm:spPr/>
      <dgm:t>
        <a:bodyPr/>
        <a:lstStyle/>
        <a:p>
          <a:r>
            <a:rPr lang="ru-RU" dirty="0" smtClean="0"/>
            <a:t>Источник данных</a:t>
          </a:r>
          <a:endParaRPr lang="ru-RU" dirty="0"/>
        </a:p>
      </dgm:t>
    </dgm:pt>
    <dgm:pt modelId="{1CE6144B-2EEE-46B7-80EB-12DFF5CDB262}" type="parTrans" cxnId="{D463D5BB-1422-4FB1-A459-C047D6CA4054}">
      <dgm:prSet/>
      <dgm:spPr/>
      <dgm:t>
        <a:bodyPr/>
        <a:lstStyle/>
        <a:p>
          <a:endParaRPr lang="ru-RU"/>
        </a:p>
      </dgm:t>
    </dgm:pt>
    <dgm:pt modelId="{4C68C74E-8D09-4EBF-B5C1-D6C4BA5076FA}" type="sibTrans" cxnId="{D463D5BB-1422-4FB1-A459-C047D6CA4054}">
      <dgm:prSet/>
      <dgm:spPr/>
      <dgm:t>
        <a:bodyPr/>
        <a:lstStyle/>
        <a:p>
          <a:endParaRPr lang="ru-RU"/>
        </a:p>
      </dgm:t>
    </dgm:pt>
    <dgm:pt modelId="{DB9E0135-4CA6-438F-9689-A532D6BC4F03}">
      <dgm:prSet phldrT="[Текст]"/>
      <dgm:spPr/>
      <dgm:t>
        <a:bodyPr/>
        <a:lstStyle/>
        <a:p>
          <a:r>
            <a:rPr lang="ru-RU" dirty="0" smtClean="0"/>
            <a:t>Информационное обеспечение</a:t>
          </a:r>
          <a:endParaRPr lang="ru-RU" dirty="0"/>
        </a:p>
      </dgm:t>
    </dgm:pt>
    <dgm:pt modelId="{9132188F-F245-4CA6-BC8A-B1620824BFA5}" type="parTrans" cxnId="{709C586F-57B8-4F72-BE8E-08A91EF6AE8B}">
      <dgm:prSet/>
      <dgm:spPr/>
      <dgm:t>
        <a:bodyPr/>
        <a:lstStyle/>
        <a:p>
          <a:endParaRPr lang="ru-RU"/>
        </a:p>
      </dgm:t>
    </dgm:pt>
    <dgm:pt modelId="{A332F93A-F5F1-4CE8-A9D6-AF4377FFD1C4}" type="sibTrans" cxnId="{709C586F-57B8-4F72-BE8E-08A91EF6AE8B}">
      <dgm:prSet/>
      <dgm:spPr/>
      <dgm:t>
        <a:bodyPr/>
        <a:lstStyle/>
        <a:p>
          <a:endParaRPr lang="ru-RU"/>
        </a:p>
      </dgm:t>
    </dgm:pt>
    <dgm:pt modelId="{2E143423-D846-4FC3-B092-A5E5A8AD58D8}">
      <dgm:prSet phldrT="[Текст]"/>
      <dgm:spPr/>
      <dgm:t>
        <a:bodyPr/>
        <a:lstStyle/>
        <a:p>
          <a:r>
            <a:rPr lang="ru-RU" dirty="0" smtClean="0"/>
            <a:t>Информационная система</a:t>
          </a:r>
          <a:endParaRPr lang="ru-RU" dirty="0"/>
        </a:p>
      </dgm:t>
    </dgm:pt>
    <dgm:pt modelId="{05759D80-FE95-428F-B4F6-B527AC806F6D}" type="parTrans" cxnId="{5BAB40A1-4326-4822-A6C0-41B5C2FF2221}">
      <dgm:prSet/>
      <dgm:spPr/>
      <dgm:t>
        <a:bodyPr/>
        <a:lstStyle/>
        <a:p>
          <a:endParaRPr lang="ru-RU"/>
        </a:p>
      </dgm:t>
    </dgm:pt>
    <dgm:pt modelId="{EA213773-A95A-468A-B388-2C764C76314E}" type="sibTrans" cxnId="{5BAB40A1-4326-4822-A6C0-41B5C2FF2221}">
      <dgm:prSet/>
      <dgm:spPr/>
      <dgm:t>
        <a:bodyPr/>
        <a:lstStyle/>
        <a:p>
          <a:endParaRPr lang="ru-RU"/>
        </a:p>
      </dgm:t>
    </dgm:pt>
    <dgm:pt modelId="{44A115B1-7E92-4D36-82CD-D78B477DD944}">
      <dgm:prSet phldrT="[Текст]"/>
      <dgm:spPr/>
      <dgm:t>
        <a:bodyPr/>
        <a:lstStyle/>
        <a:p>
          <a:r>
            <a:rPr lang="ru-RU" dirty="0" smtClean="0"/>
            <a:t>Информационное обеспечение</a:t>
          </a:r>
          <a:endParaRPr lang="ru-RU" dirty="0"/>
        </a:p>
      </dgm:t>
    </dgm:pt>
    <dgm:pt modelId="{FFCCD4BA-C931-4F01-9569-C24FFC0443FC}" type="parTrans" cxnId="{FB4BE385-CE16-4C5E-934B-8C97A0780FC0}">
      <dgm:prSet/>
      <dgm:spPr/>
      <dgm:t>
        <a:bodyPr/>
        <a:lstStyle/>
        <a:p>
          <a:endParaRPr lang="ru-RU"/>
        </a:p>
      </dgm:t>
    </dgm:pt>
    <dgm:pt modelId="{B3449E95-8B80-4D3B-88B1-7E8C8089BFE4}" type="sibTrans" cxnId="{FB4BE385-CE16-4C5E-934B-8C97A0780FC0}">
      <dgm:prSet/>
      <dgm:spPr/>
      <dgm:t>
        <a:bodyPr/>
        <a:lstStyle/>
        <a:p>
          <a:endParaRPr lang="ru-RU"/>
        </a:p>
      </dgm:t>
    </dgm:pt>
    <dgm:pt modelId="{FFDC4EE2-A19D-4573-894A-912F7F979952}">
      <dgm:prSet phldrT="[Текст]"/>
      <dgm:spPr/>
      <dgm:t>
        <a:bodyPr/>
        <a:lstStyle/>
        <a:p>
          <a:r>
            <a:rPr lang="ru-RU" dirty="0" smtClean="0"/>
            <a:t>Потребитель</a:t>
          </a:r>
          <a:endParaRPr lang="ru-RU" dirty="0"/>
        </a:p>
      </dgm:t>
    </dgm:pt>
    <dgm:pt modelId="{051363D7-25C8-4599-9148-8DAF0CA87CE5}" type="parTrans" cxnId="{9CCC1154-8FC0-4838-AA08-4BAD5274BA55}">
      <dgm:prSet/>
      <dgm:spPr/>
      <dgm:t>
        <a:bodyPr/>
        <a:lstStyle/>
        <a:p>
          <a:endParaRPr lang="ru-RU"/>
        </a:p>
      </dgm:t>
    </dgm:pt>
    <dgm:pt modelId="{E76832B0-D844-4FA3-9465-74844B301A7F}" type="sibTrans" cxnId="{9CCC1154-8FC0-4838-AA08-4BAD5274BA55}">
      <dgm:prSet/>
      <dgm:spPr/>
      <dgm:t>
        <a:bodyPr/>
        <a:lstStyle/>
        <a:p>
          <a:endParaRPr lang="ru-RU"/>
        </a:p>
      </dgm:t>
    </dgm:pt>
    <dgm:pt modelId="{1F0E8ECC-1DD3-42F1-AF87-AA9B7B2C32E4}" type="pres">
      <dgm:prSet presAssocID="{6E4351CD-DDEE-4C94-BB34-847B0B8C60E7}" presName="linearFlow" presStyleCnt="0">
        <dgm:presLayoutVars>
          <dgm:resizeHandles val="exact"/>
        </dgm:presLayoutVars>
      </dgm:prSet>
      <dgm:spPr/>
    </dgm:pt>
    <dgm:pt modelId="{D8D8CB3C-ADA6-460A-9B0F-FBA7C668EE2E}" type="pres">
      <dgm:prSet presAssocID="{D8D83173-D390-4DCB-9C7A-4707ABE88E3E}" presName="node" presStyleLbl="node1" presStyleIdx="0" presStyleCnt="5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B7814B84-C840-4CB8-B840-53E7A5F47A56}" type="pres">
      <dgm:prSet presAssocID="{4C68C74E-8D09-4EBF-B5C1-D6C4BA5076FA}" presName="sibTrans" presStyleLbl="sibTrans2D1" presStyleIdx="0" presStyleCnt="4"/>
      <dgm:spPr/>
    </dgm:pt>
    <dgm:pt modelId="{5FF483EC-41CB-43D7-BEA5-773F7A488FF3}" type="pres">
      <dgm:prSet presAssocID="{4C68C74E-8D09-4EBF-B5C1-D6C4BA5076FA}" presName="connectorText" presStyleLbl="sibTrans2D1" presStyleIdx="0" presStyleCnt="4"/>
      <dgm:spPr/>
    </dgm:pt>
    <dgm:pt modelId="{4368DC4C-2B20-405B-B020-FD8CE3BADAE5}" type="pres">
      <dgm:prSet presAssocID="{DB9E0135-4CA6-438F-9689-A532D6BC4F03}" presName="node" presStyleLbl="node1" presStyleIdx="1" presStyleCnt="5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CB60C0B9-D263-4AE2-957D-39BD98BBDE75}" type="pres">
      <dgm:prSet presAssocID="{A332F93A-F5F1-4CE8-A9D6-AF4377FFD1C4}" presName="sibTrans" presStyleLbl="sibTrans2D1" presStyleIdx="1" presStyleCnt="4"/>
      <dgm:spPr/>
    </dgm:pt>
    <dgm:pt modelId="{05A6DDF8-2555-4B34-8235-18E03D303814}" type="pres">
      <dgm:prSet presAssocID="{A332F93A-F5F1-4CE8-A9D6-AF4377FFD1C4}" presName="connectorText" presStyleLbl="sibTrans2D1" presStyleIdx="1" presStyleCnt="4"/>
      <dgm:spPr/>
    </dgm:pt>
    <dgm:pt modelId="{D70F2819-3677-4A0F-83DA-A4C2BAF9B175}" type="pres">
      <dgm:prSet presAssocID="{2E143423-D846-4FC3-B092-A5E5A8AD58D8}" presName="node" presStyleLbl="node1" presStyleIdx="2" presStyleCnt="5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B7994AA3-1769-489F-80D9-DFD47A786B8B}" type="pres">
      <dgm:prSet presAssocID="{EA213773-A95A-468A-B388-2C764C76314E}" presName="sibTrans" presStyleLbl="sibTrans2D1" presStyleIdx="2" presStyleCnt="4"/>
      <dgm:spPr/>
    </dgm:pt>
    <dgm:pt modelId="{05F33685-B05A-491F-BD1D-4505CFD8BD5E}" type="pres">
      <dgm:prSet presAssocID="{EA213773-A95A-468A-B388-2C764C76314E}" presName="connectorText" presStyleLbl="sibTrans2D1" presStyleIdx="2" presStyleCnt="4"/>
      <dgm:spPr/>
    </dgm:pt>
    <dgm:pt modelId="{4C5365E0-9431-4A5A-AF12-AF1C1ADC926F}" type="pres">
      <dgm:prSet presAssocID="{44A115B1-7E92-4D36-82CD-D78B477DD944}" presName="node" presStyleLbl="node1" presStyleIdx="3" presStyleCnt="5">
        <dgm:presLayoutVars>
          <dgm:bulletEnabled val="1"/>
        </dgm:presLayoutVars>
      </dgm:prSet>
      <dgm:spPr/>
    </dgm:pt>
    <dgm:pt modelId="{E70D027E-0031-46C3-815D-2D7282544530}" type="pres">
      <dgm:prSet presAssocID="{B3449E95-8B80-4D3B-88B1-7E8C8089BFE4}" presName="sibTrans" presStyleLbl="sibTrans2D1" presStyleIdx="3" presStyleCnt="4"/>
      <dgm:spPr/>
    </dgm:pt>
    <dgm:pt modelId="{450A17E4-98BC-4FE5-A57B-EFE300CEDD60}" type="pres">
      <dgm:prSet presAssocID="{B3449E95-8B80-4D3B-88B1-7E8C8089BFE4}" presName="connectorText" presStyleLbl="sibTrans2D1" presStyleIdx="3" presStyleCnt="4"/>
      <dgm:spPr/>
    </dgm:pt>
    <dgm:pt modelId="{E2A8A1ED-0DF9-44D3-81C0-D751A923E2ED}" type="pres">
      <dgm:prSet presAssocID="{FFDC4EE2-A19D-4573-894A-912F7F979952}" presName="node" presStyleLbl="node1" presStyleIdx="4" presStyleCnt="5">
        <dgm:presLayoutVars>
          <dgm:bulletEnabled val="1"/>
        </dgm:presLayoutVars>
      </dgm:prSet>
      <dgm:spPr/>
    </dgm:pt>
  </dgm:ptLst>
  <dgm:cxnLst>
    <dgm:cxn modelId="{6A525579-FEE2-4A61-A1F8-4649DE8104D2}" type="presOf" srcId="{B3449E95-8B80-4D3B-88B1-7E8C8089BFE4}" destId="{450A17E4-98BC-4FE5-A57B-EFE300CEDD60}" srcOrd="1" destOrd="0" presId="urn:microsoft.com/office/officeart/2005/8/layout/process2"/>
    <dgm:cxn modelId="{5BAB40A1-4326-4822-A6C0-41B5C2FF2221}" srcId="{6E4351CD-DDEE-4C94-BB34-847B0B8C60E7}" destId="{2E143423-D846-4FC3-B092-A5E5A8AD58D8}" srcOrd="2" destOrd="0" parTransId="{05759D80-FE95-428F-B4F6-B527AC806F6D}" sibTransId="{EA213773-A95A-468A-B388-2C764C76314E}"/>
    <dgm:cxn modelId="{FFCEA889-D313-4A9E-B00E-3D669462AEA8}" type="presOf" srcId="{44A115B1-7E92-4D36-82CD-D78B477DD944}" destId="{4C5365E0-9431-4A5A-AF12-AF1C1ADC926F}" srcOrd="0" destOrd="0" presId="urn:microsoft.com/office/officeart/2005/8/layout/process2"/>
    <dgm:cxn modelId="{810DC6CC-161D-4D69-B0E0-9A4F93B19B38}" type="presOf" srcId="{6E4351CD-DDEE-4C94-BB34-847B0B8C60E7}" destId="{1F0E8ECC-1DD3-42F1-AF87-AA9B7B2C32E4}" srcOrd="0" destOrd="0" presId="urn:microsoft.com/office/officeart/2005/8/layout/process2"/>
    <dgm:cxn modelId="{718EC1EF-D737-473A-A6D5-9F8F8D8C90FE}" type="presOf" srcId="{DB9E0135-4CA6-438F-9689-A532D6BC4F03}" destId="{4368DC4C-2B20-405B-B020-FD8CE3BADAE5}" srcOrd="0" destOrd="0" presId="urn:microsoft.com/office/officeart/2005/8/layout/process2"/>
    <dgm:cxn modelId="{709C586F-57B8-4F72-BE8E-08A91EF6AE8B}" srcId="{6E4351CD-DDEE-4C94-BB34-847B0B8C60E7}" destId="{DB9E0135-4CA6-438F-9689-A532D6BC4F03}" srcOrd="1" destOrd="0" parTransId="{9132188F-F245-4CA6-BC8A-B1620824BFA5}" sibTransId="{A332F93A-F5F1-4CE8-A9D6-AF4377FFD1C4}"/>
    <dgm:cxn modelId="{E2712BFA-7CC0-4907-A416-02C0334B01D5}" type="presOf" srcId="{2E143423-D846-4FC3-B092-A5E5A8AD58D8}" destId="{D70F2819-3677-4A0F-83DA-A4C2BAF9B175}" srcOrd="0" destOrd="0" presId="urn:microsoft.com/office/officeart/2005/8/layout/process2"/>
    <dgm:cxn modelId="{44EAEDDC-6CA2-4A40-815B-975CDB47ED89}" type="presOf" srcId="{FFDC4EE2-A19D-4573-894A-912F7F979952}" destId="{E2A8A1ED-0DF9-44D3-81C0-D751A923E2ED}" srcOrd="0" destOrd="0" presId="urn:microsoft.com/office/officeart/2005/8/layout/process2"/>
    <dgm:cxn modelId="{86EE9E58-2CBF-4B1B-8EDE-6A69DC879B51}" type="presOf" srcId="{A332F93A-F5F1-4CE8-A9D6-AF4377FFD1C4}" destId="{CB60C0B9-D263-4AE2-957D-39BD98BBDE75}" srcOrd="0" destOrd="0" presId="urn:microsoft.com/office/officeart/2005/8/layout/process2"/>
    <dgm:cxn modelId="{FB4BE385-CE16-4C5E-934B-8C97A0780FC0}" srcId="{6E4351CD-DDEE-4C94-BB34-847B0B8C60E7}" destId="{44A115B1-7E92-4D36-82CD-D78B477DD944}" srcOrd="3" destOrd="0" parTransId="{FFCCD4BA-C931-4F01-9569-C24FFC0443FC}" sibTransId="{B3449E95-8B80-4D3B-88B1-7E8C8089BFE4}"/>
    <dgm:cxn modelId="{A1E5DD89-E7A3-42D3-B8D7-8360B4A57D8A}" type="presOf" srcId="{4C68C74E-8D09-4EBF-B5C1-D6C4BA5076FA}" destId="{5FF483EC-41CB-43D7-BEA5-773F7A488FF3}" srcOrd="1" destOrd="0" presId="urn:microsoft.com/office/officeart/2005/8/layout/process2"/>
    <dgm:cxn modelId="{9CCC1154-8FC0-4838-AA08-4BAD5274BA55}" srcId="{6E4351CD-DDEE-4C94-BB34-847B0B8C60E7}" destId="{FFDC4EE2-A19D-4573-894A-912F7F979952}" srcOrd="4" destOrd="0" parTransId="{051363D7-25C8-4599-9148-8DAF0CA87CE5}" sibTransId="{E76832B0-D844-4FA3-9465-74844B301A7F}"/>
    <dgm:cxn modelId="{982F7C90-0E5F-47D3-A24C-544B23E063BD}" type="presOf" srcId="{EA213773-A95A-468A-B388-2C764C76314E}" destId="{05F33685-B05A-491F-BD1D-4505CFD8BD5E}" srcOrd="1" destOrd="0" presId="urn:microsoft.com/office/officeart/2005/8/layout/process2"/>
    <dgm:cxn modelId="{D463D5BB-1422-4FB1-A459-C047D6CA4054}" srcId="{6E4351CD-DDEE-4C94-BB34-847B0B8C60E7}" destId="{D8D83173-D390-4DCB-9C7A-4707ABE88E3E}" srcOrd="0" destOrd="0" parTransId="{1CE6144B-2EEE-46B7-80EB-12DFF5CDB262}" sibTransId="{4C68C74E-8D09-4EBF-B5C1-D6C4BA5076FA}"/>
    <dgm:cxn modelId="{2DD042C3-6DCB-4E8B-9B9C-3230FE62CDC1}" type="presOf" srcId="{A332F93A-F5F1-4CE8-A9D6-AF4377FFD1C4}" destId="{05A6DDF8-2555-4B34-8235-18E03D303814}" srcOrd="1" destOrd="0" presId="urn:microsoft.com/office/officeart/2005/8/layout/process2"/>
    <dgm:cxn modelId="{BB382B4A-4C8F-4901-8D67-D3BFFCCCB147}" type="presOf" srcId="{4C68C74E-8D09-4EBF-B5C1-D6C4BA5076FA}" destId="{B7814B84-C840-4CB8-B840-53E7A5F47A56}" srcOrd="0" destOrd="0" presId="urn:microsoft.com/office/officeart/2005/8/layout/process2"/>
    <dgm:cxn modelId="{1AC53C6A-0001-48E2-AB0F-83675B7E1DFA}" type="presOf" srcId="{B3449E95-8B80-4D3B-88B1-7E8C8089BFE4}" destId="{E70D027E-0031-46C3-815D-2D7282544530}" srcOrd="0" destOrd="0" presId="urn:microsoft.com/office/officeart/2005/8/layout/process2"/>
    <dgm:cxn modelId="{3C492D66-789F-407B-882A-70B00D908533}" type="presOf" srcId="{EA213773-A95A-468A-B388-2C764C76314E}" destId="{B7994AA3-1769-489F-80D9-DFD47A786B8B}" srcOrd="0" destOrd="0" presId="urn:microsoft.com/office/officeart/2005/8/layout/process2"/>
    <dgm:cxn modelId="{1AB0A74A-3E55-4500-A19A-8B9097AD0D62}" type="presOf" srcId="{D8D83173-D390-4DCB-9C7A-4707ABE88E3E}" destId="{D8D8CB3C-ADA6-460A-9B0F-FBA7C668EE2E}" srcOrd="0" destOrd="0" presId="urn:microsoft.com/office/officeart/2005/8/layout/process2"/>
    <dgm:cxn modelId="{A2502235-20CA-40BF-A975-C0D34885E524}" type="presParOf" srcId="{1F0E8ECC-1DD3-42F1-AF87-AA9B7B2C32E4}" destId="{D8D8CB3C-ADA6-460A-9B0F-FBA7C668EE2E}" srcOrd="0" destOrd="0" presId="urn:microsoft.com/office/officeart/2005/8/layout/process2"/>
    <dgm:cxn modelId="{7D69BC00-32F0-41E2-ABB1-77A91200B5BE}" type="presParOf" srcId="{1F0E8ECC-1DD3-42F1-AF87-AA9B7B2C32E4}" destId="{B7814B84-C840-4CB8-B840-53E7A5F47A56}" srcOrd="1" destOrd="0" presId="urn:microsoft.com/office/officeart/2005/8/layout/process2"/>
    <dgm:cxn modelId="{C84037AB-44F4-4EF2-B509-06FF8F6CA9F5}" type="presParOf" srcId="{B7814B84-C840-4CB8-B840-53E7A5F47A56}" destId="{5FF483EC-41CB-43D7-BEA5-773F7A488FF3}" srcOrd="0" destOrd="0" presId="urn:microsoft.com/office/officeart/2005/8/layout/process2"/>
    <dgm:cxn modelId="{65F9AF6F-1D56-429D-B391-105DD731EB89}" type="presParOf" srcId="{1F0E8ECC-1DD3-42F1-AF87-AA9B7B2C32E4}" destId="{4368DC4C-2B20-405B-B020-FD8CE3BADAE5}" srcOrd="2" destOrd="0" presId="urn:microsoft.com/office/officeart/2005/8/layout/process2"/>
    <dgm:cxn modelId="{ABE7BEF7-8415-40E4-9659-4C3DA5C310C4}" type="presParOf" srcId="{1F0E8ECC-1DD3-42F1-AF87-AA9B7B2C32E4}" destId="{CB60C0B9-D263-4AE2-957D-39BD98BBDE75}" srcOrd="3" destOrd="0" presId="urn:microsoft.com/office/officeart/2005/8/layout/process2"/>
    <dgm:cxn modelId="{B93C4B70-FEA0-4F95-8F4E-FA91FE89E8F4}" type="presParOf" srcId="{CB60C0B9-D263-4AE2-957D-39BD98BBDE75}" destId="{05A6DDF8-2555-4B34-8235-18E03D303814}" srcOrd="0" destOrd="0" presId="urn:microsoft.com/office/officeart/2005/8/layout/process2"/>
    <dgm:cxn modelId="{84CF27E4-1CED-4FE1-9DB0-3BDABDDCE9DC}" type="presParOf" srcId="{1F0E8ECC-1DD3-42F1-AF87-AA9B7B2C32E4}" destId="{D70F2819-3677-4A0F-83DA-A4C2BAF9B175}" srcOrd="4" destOrd="0" presId="urn:microsoft.com/office/officeart/2005/8/layout/process2"/>
    <dgm:cxn modelId="{D573A1DB-09A8-48BF-8E76-B9301B71EB62}" type="presParOf" srcId="{1F0E8ECC-1DD3-42F1-AF87-AA9B7B2C32E4}" destId="{B7994AA3-1769-489F-80D9-DFD47A786B8B}" srcOrd="5" destOrd="0" presId="urn:microsoft.com/office/officeart/2005/8/layout/process2"/>
    <dgm:cxn modelId="{86BC2306-DA83-4517-BFC6-D7DB3D71B1A6}" type="presParOf" srcId="{B7994AA3-1769-489F-80D9-DFD47A786B8B}" destId="{05F33685-B05A-491F-BD1D-4505CFD8BD5E}" srcOrd="0" destOrd="0" presId="urn:microsoft.com/office/officeart/2005/8/layout/process2"/>
    <dgm:cxn modelId="{99FAD807-F686-49F1-B0F0-CCE85D4A4F69}" type="presParOf" srcId="{1F0E8ECC-1DD3-42F1-AF87-AA9B7B2C32E4}" destId="{4C5365E0-9431-4A5A-AF12-AF1C1ADC926F}" srcOrd="6" destOrd="0" presId="urn:microsoft.com/office/officeart/2005/8/layout/process2"/>
    <dgm:cxn modelId="{3CC7294A-148F-4C22-A59C-A98A71F3C0BE}" type="presParOf" srcId="{1F0E8ECC-1DD3-42F1-AF87-AA9B7B2C32E4}" destId="{E70D027E-0031-46C3-815D-2D7282544530}" srcOrd="7" destOrd="0" presId="urn:microsoft.com/office/officeart/2005/8/layout/process2"/>
    <dgm:cxn modelId="{0C7B929B-D8EE-4683-AA86-FCCDCAC6B6AE}" type="presParOf" srcId="{E70D027E-0031-46C3-815D-2D7282544530}" destId="{450A17E4-98BC-4FE5-A57B-EFE300CEDD60}" srcOrd="0" destOrd="0" presId="urn:microsoft.com/office/officeart/2005/8/layout/process2"/>
    <dgm:cxn modelId="{46BD5EC4-D378-463D-9F00-2DD3BE1538AF}" type="presParOf" srcId="{1F0E8ECC-1DD3-42F1-AF87-AA9B7B2C32E4}" destId="{E2A8A1ED-0DF9-44D3-81C0-D751A923E2ED}" srcOrd="8" destOrd="0" presId="urn:microsoft.com/office/officeart/2005/8/layout/process2"/>
  </dgm:cxnLst>
  <dgm:bg/>
  <dgm:whole/>
  <dgm:extLst>
    <a:ext uri="http://schemas.microsoft.com/office/drawing/2008/diagram">
      <dsp:dataModelExt xmlns:dsp="http://schemas.microsoft.com/office/drawing/2008/diagram" xmlns="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E052A160-2489-4872-8ED8-F5F709ED04E2}" type="doc">
      <dgm:prSet loTypeId="urn:microsoft.com/office/officeart/2005/8/layout/arrow6" loCatId="relationship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E1E68C04-3497-4183-A81C-8E7EDB043B52}">
      <dgm:prSet phldrT="[Текст]"/>
      <dgm:spPr/>
      <dgm:t>
        <a:bodyPr/>
        <a:lstStyle/>
        <a:p>
          <a:r>
            <a:rPr lang="ru-RU" dirty="0" smtClean="0"/>
            <a:t>Широта охвата потребителей</a:t>
          </a:r>
          <a:endParaRPr lang="ru-RU" dirty="0"/>
        </a:p>
      </dgm:t>
    </dgm:pt>
    <dgm:pt modelId="{72872AD7-130F-4C1E-840B-0B9C424A8109}" type="parTrans" cxnId="{89E33ACD-7972-4680-AF4B-B5A45A537859}">
      <dgm:prSet/>
      <dgm:spPr/>
      <dgm:t>
        <a:bodyPr/>
        <a:lstStyle/>
        <a:p>
          <a:endParaRPr lang="ru-RU"/>
        </a:p>
      </dgm:t>
    </dgm:pt>
    <dgm:pt modelId="{56AAEF4D-F7F1-4708-A366-3F735E2D3392}" type="sibTrans" cxnId="{89E33ACD-7972-4680-AF4B-B5A45A537859}">
      <dgm:prSet/>
      <dgm:spPr/>
      <dgm:t>
        <a:bodyPr/>
        <a:lstStyle/>
        <a:p>
          <a:endParaRPr lang="ru-RU"/>
        </a:p>
      </dgm:t>
    </dgm:pt>
    <dgm:pt modelId="{47866236-6C40-4ED7-A5E0-C927FD033BE9}">
      <dgm:prSet phldrT="[Текст]"/>
      <dgm:spPr/>
      <dgm:t>
        <a:bodyPr/>
        <a:lstStyle/>
        <a:p>
          <a:r>
            <a:rPr lang="ru-RU" dirty="0" smtClean="0"/>
            <a:t>Узкая направленность</a:t>
          </a:r>
          <a:endParaRPr lang="ru-RU" dirty="0"/>
        </a:p>
      </dgm:t>
    </dgm:pt>
    <dgm:pt modelId="{493FD74F-FA8B-44FF-A02E-049CA964338E}" type="parTrans" cxnId="{A06D45A6-AD57-454E-9BD2-30DB60BD437B}">
      <dgm:prSet/>
      <dgm:spPr/>
      <dgm:t>
        <a:bodyPr/>
        <a:lstStyle/>
        <a:p>
          <a:endParaRPr lang="ru-RU"/>
        </a:p>
      </dgm:t>
    </dgm:pt>
    <dgm:pt modelId="{81940E20-5F15-4B6B-9956-00EB378126F7}" type="sibTrans" cxnId="{A06D45A6-AD57-454E-9BD2-30DB60BD437B}">
      <dgm:prSet/>
      <dgm:spPr/>
      <dgm:t>
        <a:bodyPr/>
        <a:lstStyle/>
        <a:p>
          <a:endParaRPr lang="ru-RU"/>
        </a:p>
      </dgm:t>
    </dgm:pt>
    <dgm:pt modelId="{BA5B39D5-A01D-4FDB-BD1C-F12E7A9DA754}" type="pres">
      <dgm:prSet presAssocID="{E052A160-2489-4872-8ED8-F5F709ED04E2}" presName="compositeShape" presStyleCnt="0">
        <dgm:presLayoutVars>
          <dgm:chMax val="2"/>
          <dgm:dir/>
          <dgm:resizeHandles val="exact"/>
        </dgm:presLayoutVars>
      </dgm:prSet>
      <dgm:spPr/>
    </dgm:pt>
    <dgm:pt modelId="{876C6CCE-A501-451E-87DE-5CB5301C7807}" type="pres">
      <dgm:prSet presAssocID="{E052A160-2489-4872-8ED8-F5F709ED04E2}" presName="ribbon" presStyleLbl="node1" presStyleIdx="0" presStyleCnt="1"/>
      <dgm:spPr/>
    </dgm:pt>
    <dgm:pt modelId="{E584B4E2-8448-4099-B46A-48A99B3FF6B3}" type="pres">
      <dgm:prSet presAssocID="{E052A160-2489-4872-8ED8-F5F709ED04E2}" presName="leftArrowText" presStyleLbl="node1" presStyleIdx="0" presStyleCnt="1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48613C62-E596-4771-B806-90A5B79D5C3C}" type="pres">
      <dgm:prSet presAssocID="{E052A160-2489-4872-8ED8-F5F709ED04E2}" presName="rightArrowText" presStyleLbl="node1" presStyleIdx="0" presStyleCnt="1">
        <dgm:presLayoutVars>
          <dgm:chMax val="0"/>
          <dgm:bulletEnabled val="1"/>
        </dgm:presLayoutVars>
      </dgm:prSet>
      <dgm:spPr/>
    </dgm:pt>
  </dgm:ptLst>
  <dgm:cxnLst>
    <dgm:cxn modelId="{A06D45A6-AD57-454E-9BD2-30DB60BD437B}" srcId="{E052A160-2489-4872-8ED8-F5F709ED04E2}" destId="{47866236-6C40-4ED7-A5E0-C927FD033BE9}" srcOrd="1" destOrd="0" parTransId="{493FD74F-FA8B-44FF-A02E-049CA964338E}" sibTransId="{81940E20-5F15-4B6B-9956-00EB378126F7}"/>
    <dgm:cxn modelId="{BB08E851-5605-446D-85D6-398E0A4F7E04}" type="presOf" srcId="{E1E68C04-3497-4183-A81C-8E7EDB043B52}" destId="{E584B4E2-8448-4099-B46A-48A99B3FF6B3}" srcOrd="0" destOrd="0" presId="urn:microsoft.com/office/officeart/2005/8/layout/arrow6"/>
    <dgm:cxn modelId="{459332D1-009A-4914-A902-02CE4180CAD8}" type="presOf" srcId="{47866236-6C40-4ED7-A5E0-C927FD033BE9}" destId="{48613C62-E596-4771-B806-90A5B79D5C3C}" srcOrd="0" destOrd="0" presId="urn:microsoft.com/office/officeart/2005/8/layout/arrow6"/>
    <dgm:cxn modelId="{10D94AC5-259D-402B-820D-E219D319EFF0}" type="presOf" srcId="{E052A160-2489-4872-8ED8-F5F709ED04E2}" destId="{BA5B39D5-A01D-4FDB-BD1C-F12E7A9DA754}" srcOrd="0" destOrd="0" presId="urn:microsoft.com/office/officeart/2005/8/layout/arrow6"/>
    <dgm:cxn modelId="{89E33ACD-7972-4680-AF4B-B5A45A537859}" srcId="{E052A160-2489-4872-8ED8-F5F709ED04E2}" destId="{E1E68C04-3497-4183-A81C-8E7EDB043B52}" srcOrd="0" destOrd="0" parTransId="{72872AD7-130F-4C1E-840B-0B9C424A8109}" sibTransId="{56AAEF4D-F7F1-4708-A366-3F735E2D3392}"/>
    <dgm:cxn modelId="{713200DD-75F0-46CE-8143-AD31CAE8B572}" type="presParOf" srcId="{BA5B39D5-A01D-4FDB-BD1C-F12E7A9DA754}" destId="{876C6CCE-A501-451E-87DE-5CB5301C7807}" srcOrd="0" destOrd="0" presId="urn:microsoft.com/office/officeart/2005/8/layout/arrow6"/>
    <dgm:cxn modelId="{D2048E6A-1F0A-465E-8B35-3CB03C3D2A8A}" type="presParOf" srcId="{BA5B39D5-A01D-4FDB-BD1C-F12E7A9DA754}" destId="{E584B4E2-8448-4099-B46A-48A99B3FF6B3}" srcOrd="1" destOrd="0" presId="urn:microsoft.com/office/officeart/2005/8/layout/arrow6"/>
    <dgm:cxn modelId="{A119C848-C698-43C4-8EC3-A2A01D556C68}" type="presParOf" srcId="{BA5B39D5-A01D-4FDB-BD1C-F12E7A9DA754}" destId="{48613C62-E596-4771-B806-90A5B79D5C3C}" srcOrd="2" destOrd="0" presId="urn:microsoft.com/office/officeart/2005/8/layout/arrow6"/>
  </dgm:cxnLst>
  <dgm:bg/>
  <dgm:whole/>
  <dgm:extLst>
    <a:ext uri="http://schemas.microsoft.com/office/drawing/2008/diagram">
      <dsp:dataModelExt xmlns:dsp="http://schemas.microsoft.com/office/drawing/2008/diagram" xmlns="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  <dsp:sp modelId="{D8D8CB3C-ADA6-460A-9B0F-FBA7C668EE2E}">
      <dsp:nvSpPr>
        <dsp:cNvPr id="0" name=""/>
        <dsp:cNvSpPr/>
      </dsp:nvSpPr>
      <dsp:spPr>
        <a:xfrm>
          <a:off x="2235565" y="602"/>
          <a:ext cx="1947925" cy="70513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800" kern="1200" dirty="0" smtClean="0"/>
            <a:t>Источник данных</a:t>
          </a:r>
          <a:endParaRPr lang="ru-RU" sz="1800" kern="1200" dirty="0"/>
        </a:p>
      </dsp:txBody>
      <dsp:txXfrm>
        <a:off x="2235565" y="602"/>
        <a:ext cx="1947925" cy="705131"/>
      </dsp:txXfrm>
    </dsp:sp>
    <dsp:sp modelId="{B7814B84-C840-4CB8-B840-53E7A5F47A56}">
      <dsp:nvSpPr>
        <dsp:cNvPr id="0" name=""/>
        <dsp:cNvSpPr/>
      </dsp:nvSpPr>
      <dsp:spPr>
        <a:xfrm rot="5400000">
          <a:off x="3077315" y="723362"/>
          <a:ext cx="264424" cy="317309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ru-RU" sz="1300" kern="1200"/>
        </a:p>
      </dsp:txBody>
      <dsp:txXfrm rot="5400000">
        <a:off x="3077315" y="723362"/>
        <a:ext cx="264424" cy="317309"/>
      </dsp:txXfrm>
    </dsp:sp>
    <dsp:sp modelId="{4368DC4C-2B20-405B-B020-FD8CE3BADAE5}">
      <dsp:nvSpPr>
        <dsp:cNvPr id="0" name=""/>
        <dsp:cNvSpPr/>
      </dsp:nvSpPr>
      <dsp:spPr>
        <a:xfrm>
          <a:off x="2235565" y="1058299"/>
          <a:ext cx="1947925" cy="70513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800" kern="1200" dirty="0" smtClean="0"/>
            <a:t>Информационное обеспечение</a:t>
          </a:r>
          <a:endParaRPr lang="ru-RU" sz="1800" kern="1200" dirty="0"/>
        </a:p>
      </dsp:txBody>
      <dsp:txXfrm>
        <a:off x="2235565" y="1058299"/>
        <a:ext cx="1947925" cy="705131"/>
      </dsp:txXfrm>
    </dsp:sp>
    <dsp:sp modelId="{CB60C0B9-D263-4AE2-957D-39BD98BBDE75}">
      <dsp:nvSpPr>
        <dsp:cNvPr id="0" name=""/>
        <dsp:cNvSpPr/>
      </dsp:nvSpPr>
      <dsp:spPr>
        <a:xfrm rot="5400000">
          <a:off x="3077315" y="1781059"/>
          <a:ext cx="264424" cy="317309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ru-RU" sz="1300" kern="1200"/>
        </a:p>
      </dsp:txBody>
      <dsp:txXfrm rot="5400000">
        <a:off x="3077315" y="1781059"/>
        <a:ext cx="264424" cy="317309"/>
      </dsp:txXfrm>
    </dsp:sp>
    <dsp:sp modelId="{D70F2819-3677-4A0F-83DA-A4C2BAF9B175}">
      <dsp:nvSpPr>
        <dsp:cNvPr id="0" name=""/>
        <dsp:cNvSpPr/>
      </dsp:nvSpPr>
      <dsp:spPr>
        <a:xfrm>
          <a:off x="2235565" y="2115996"/>
          <a:ext cx="1947925" cy="70513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800" kern="1200" dirty="0" smtClean="0"/>
            <a:t>Информационная система</a:t>
          </a:r>
          <a:endParaRPr lang="ru-RU" sz="1800" kern="1200" dirty="0"/>
        </a:p>
      </dsp:txBody>
      <dsp:txXfrm>
        <a:off x="2235565" y="2115996"/>
        <a:ext cx="1947925" cy="705131"/>
      </dsp:txXfrm>
    </dsp:sp>
    <dsp:sp modelId="{B7994AA3-1769-489F-80D9-DFD47A786B8B}">
      <dsp:nvSpPr>
        <dsp:cNvPr id="0" name=""/>
        <dsp:cNvSpPr/>
      </dsp:nvSpPr>
      <dsp:spPr>
        <a:xfrm rot="5400000">
          <a:off x="3077315" y="2838756"/>
          <a:ext cx="264424" cy="317309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ru-RU" sz="1300" kern="1200"/>
        </a:p>
      </dsp:txBody>
      <dsp:txXfrm rot="5400000">
        <a:off x="3077315" y="2838756"/>
        <a:ext cx="264424" cy="317309"/>
      </dsp:txXfrm>
    </dsp:sp>
    <dsp:sp modelId="{4C5365E0-9431-4A5A-AF12-AF1C1ADC926F}">
      <dsp:nvSpPr>
        <dsp:cNvPr id="0" name=""/>
        <dsp:cNvSpPr/>
      </dsp:nvSpPr>
      <dsp:spPr>
        <a:xfrm>
          <a:off x="2235565" y="3173693"/>
          <a:ext cx="1947925" cy="70513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800" kern="1200" dirty="0" smtClean="0"/>
            <a:t>Информационное обеспечение</a:t>
          </a:r>
          <a:endParaRPr lang="ru-RU" sz="1800" kern="1200" dirty="0"/>
        </a:p>
      </dsp:txBody>
      <dsp:txXfrm>
        <a:off x="2235565" y="3173693"/>
        <a:ext cx="1947925" cy="705131"/>
      </dsp:txXfrm>
    </dsp:sp>
    <dsp:sp modelId="{E70D027E-0031-46C3-815D-2D7282544530}">
      <dsp:nvSpPr>
        <dsp:cNvPr id="0" name=""/>
        <dsp:cNvSpPr/>
      </dsp:nvSpPr>
      <dsp:spPr>
        <a:xfrm rot="5400000">
          <a:off x="3077315" y="3896453"/>
          <a:ext cx="264424" cy="317309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ru-RU" sz="1300" kern="1200"/>
        </a:p>
      </dsp:txBody>
      <dsp:txXfrm rot="5400000">
        <a:off x="3077315" y="3896453"/>
        <a:ext cx="264424" cy="317309"/>
      </dsp:txXfrm>
    </dsp:sp>
    <dsp:sp modelId="{E2A8A1ED-0DF9-44D3-81C0-D751A923E2ED}">
      <dsp:nvSpPr>
        <dsp:cNvPr id="0" name=""/>
        <dsp:cNvSpPr/>
      </dsp:nvSpPr>
      <dsp:spPr>
        <a:xfrm>
          <a:off x="2235565" y="4231390"/>
          <a:ext cx="1947925" cy="70513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800" kern="1200" dirty="0" smtClean="0"/>
            <a:t>Потребитель</a:t>
          </a:r>
          <a:endParaRPr lang="ru-RU" sz="1800" kern="1200" dirty="0"/>
        </a:p>
      </dsp:txBody>
      <dsp:txXfrm>
        <a:off x="2235565" y="4231390"/>
        <a:ext cx="1947925" cy="705131"/>
      </dsp:txXfrm>
    </dsp:sp>
  </dsp:spTree>
</dsp:drawing>
</file>

<file path=ppt/diagrams/drawing2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  <dsp:sp modelId="{876C6CCE-A501-451E-87DE-5CB5301C7807}">
      <dsp:nvSpPr>
        <dsp:cNvPr id="0" name=""/>
        <dsp:cNvSpPr/>
      </dsp:nvSpPr>
      <dsp:spPr>
        <a:xfrm>
          <a:off x="0" y="822642"/>
          <a:ext cx="8229600" cy="3291840"/>
        </a:xfrm>
        <a:prstGeom prst="leftRightRibb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584B4E2-8448-4099-B46A-48A99B3FF6B3}">
      <dsp:nvSpPr>
        <dsp:cNvPr id="0" name=""/>
        <dsp:cNvSpPr/>
      </dsp:nvSpPr>
      <dsp:spPr>
        <a:xfrm>
          <a:off x="987552" y="1398714"/>
          <a:ext cx="2715768" cy="1613001"/>
        </a:xfrm>
        <a:prstGeom prst="rect">
          <a:avLst/>
        </a:prstGeom>
        <a:noFill/>
        <a:ln w="19050" cap="flat" cmpd="sng" algn="ctr">
          <a:noFill/>
          <a:prstDash val="solid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117348" rIns="0" bIns="125730" numCol="1" spcCol="1270" anchor="ctr" anchorCtr="0">
          <a:noAutofit/>
        </a:bodyPr>
        <a:lstStyle/>
        <a:p>
          <a:pPr lvl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3300" kern="1200" dirty="0" smtClean="0"/>
            <a:t>Широта охвата потребителей</a:t>
          </a:r>
          <a:endParaRPr lang="ru-RU" sz="3300" kern="1200" dirty="0"/>
        </a:p>
      </dsp:txBody>
      <dsp:txXfrm>
        <a:off x="987552" y="1398714"/>
        <a:ext cx="2715768" cy="1613001"/>
      </dsp:txXfrm>
    </dsp:sp>
    <dsp:sp modelId="{48613C62-E596-4771-B806-90A5B79D5C3C}">
      <dsp:nvSpPr>
        <dsp:cNvPr id="0" name=""/>
        <dsp:cNvSpPr/>
      </dsp:nvSpPr>
      <dsp:spPr>
        <a:xfrm>
          <a:off x="4114800" y="1925408"/>
          <a:ext cx="3209544" cy="1613001"/>
        </a:xfrm>
        <a:prstGeom prst="rect">
          <a:avLst/>
        </a:prstGeom>
        <a:noFill/>
        <a:ln w="19050" cap="flat" cmpd="sng" algn="ctr">
          <a:noFill/>
          <a:prstDash val="solid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117348" rIns="0" bIns="125730" numCol="1" spcCol="1270" anchor="ctr" anchorCtr="0">
          <a:noAutofit/>
        </a:bodyPr>
        <a:lstStyle/>
        <a:p>
          <a:pPr lvl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3300" kern="1200" dirty="0" smtClean="0"/>
            <a:t>Узкая направленность</a:t>
          </a:r>
          <a:endParaRPr lang="ru-RU" sz="3300" kern="1200" dirty="0"/>
        </a:p>
      </dsp:txBody>
      <dsp:txXfrm>
        <a:off x="4114800" y="1925408"/>
        <a:ext cx="3209544" cy="161300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2">
  <dgm:title val=""/>
  <dgm:desc val=""/>
  <dgm:catLst>
    <dgm:cat type="process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resizeHandles val="exact"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h" for="ch" ptType="node" refType="h"/>
      <dgm:constr type="h" for="ch" ptType="sibTrans" refType="h" refFor="ch" refPtType="node" fact="0.5"/>
      <dgm:constr type="w" for="ch" ptType="node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choose name="Name0">
          <dgm:if name="Name1" axis="root des" ptType="all node" func="maxDepth" op="gt" val="1">
            <dgm:alg type="tx">
              <dgm:param type="parTxLTRAlign" val="l"/>
              <dgm:param type="parTxRTLAlign" val="r"/>
              <dgm:param type="txAnchorVertCh" val="mid"/>
            </dgm:alg>
          </dgm:if>
          <dgm:else name="Name2">
            <dgm:alg type="tx"/>
          </dgm:else>
        </dgm:choose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w" refType="h" fact="1.8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w" val="NaN" fact="4" max="NaN"/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w" refType="h" fact="0.9"/>
            <dgm:constr type="connDist"/>
            <dgm:constr type="wArH" refType="w" fact="0.5"/>
            <dgm:constr type="hArH" refType="w"/>
            <dgm:constr type="stemThick" refType="w" fact="0.6"/>
            <dgm:constr type="begPad" refType="connDist" fact="0.125"/>
            <dgm:constr type="endPad" refType="connDist" fact="0.125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arrow6">
  <dgm:title val=""/>
  <dgm:desc val=""/>
  <dgm:catLst>
    <dgm:cat type="relationship" pri="4000"/>
    <dgm:cat type="process" pri="29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4" srcId="0" destId="1" srcOrd="0" destOrd="0"/>
        <dgm:cxn modelId="5" srcId="0" destId="2" srcOrd="1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clrData>
  <dgm:layoutNode name="compositeShape">
    <dgm:varLst>
      <dgm:chMax val="2"/>
      <dgm:dir/>
      <dgm:resizeHandles val="exact"/>
    </dgm:varLst>
    <dgm:alg type="composite">
      <dgm:param type="horzAlign" val="ctr"/>
      <dgm:param type="vertAlign" val="mid"/>
      <dgm:param type="ar" val="2.5"/>
    </dgm:alg>
    <dgm:shape xmlns:r="http://schemas.openxmlformats.org/officeDocument/2006/relationships" r:blip="">
      <dgm:adjLst/>
    </dgm:shape>
    <dgm:presOf/>
    <dgm:constrLst>
      <dgm:constr type="primFontSz" for="des" ptType="node" op="equ"/>
      <dgm:constr type="w" for="ch" forName="ribbon" refType="h" refFor="ch" refForName="ribbon" fact="2.5"/>
      <dgm:constr type="h" for="ch" forName="leftArrowText" refType="h" fact="0.49"/>
      <dgm:constr type="ctrY" for="ch" forName="leftArrowText" refType="ctrY" refFor="ch" refForName="ribbon"/>
      <dgm:constr type="ctrYOff" for="ch" forName="leftArrowText" refType="h" refFor="ch" refForName="ribbon" fact="-0.08"/>
      <dgm:constr type="l" for="ch" forName="leftArrowText" refType="w" refFor="ch" refForName="ribbon" fact="0.12"/>
      <dgm:constr type="r" for="ch" forName="leftArrowText" refType="w" refFor="ch" refForName="ribbon" fact="0.45"/>
      <dgm:constr type="h" for="ch" forName="rightArrowText" refType="h" fact="0.49"/>
      <dgm:constr type="ctrY" for="ch" forName="rightArrowText" refType="ctrY" refFor="ch" refForName="ribbon"/>
      <dgm:constr type="ctrYOff" for="ch" forName="rightArrowText" refType="h" refFor="ch" refForName="ribbon" fact="0.08"/>
      <dgm:constr type="l" for="ch" forName="rightArrowText" refType="w" refFor="ch" refForName="ribbon" fact="0.5"/>
      <dgm:constr type="r" for="ch" forName="rightArrowText" refType="w" refFor="ch" refForName="ribbon" fact="0.89"/>
    </dgm:constrLst>
    <dgm:ruleLst/>
    <dgm:choose name="Name0">
      <dgm:if name="Name1" axis="ch" ptType="node" func="cnt" op="gte" val="1">
        <dgm:layoutNode name="ribbon" styleLbl="node1">
          <dgm:alg type="sp"/>
          <dgm:shape xmlns:r="http://schemas.openxmlformats.org/officeDocument/2006/relationships" type="leftRightRibbon" r:blip="">
            <dgm:adjLst/>
          </dgm:shape>
          <dgm:presOf/>
          <dgm:constrLst/>
          <dgm:ruleLst/>
        </dgm:layoutNode>
        <dgm:layoutNode name="leftArrowText" styleLbl="node1">
          <dgm:varLst>
            <dgm:chMax val="0"/>
            <dgm:bulletEnabled val="1"/>
          </dgm:varLst>
          <dgm:alg type="tx">
            <dgm:param type="txAnchorVertCh" val="mid"/>
          </dgm:alg>
          <dgm:shape xmlns:r="http://schemas.openxmlformats.org/officeDocument/2006/relationships" type="rect" r:blip="" hideGeom="1">
            <dgm:adjLst/>
          </dgm:shape>
          <dgm:choose name="Name2">
            <dgm:if name="Name3" func="var" arg="dir" op="equ" val="norm">
              <dgm:presOf axis="ch desOrSelf" ptType="node node" st="1 1" cnt="1 0"/>
            </dgm:if>
            <dgm:else name="Name4">
              <dgm:presOf axis="ch desOrSelf" ptType="node node" st="2 1" cnt="1 0"/>
            </dgm:else>
          </dgm:choose>
          <dgm:constrLst>
            <dgm:constr type="primFontSz" val="65"/>
            <dgm:constr type="tMarg" refType="primFontSz" fact="0.28"/>
            <dgm:constr type="lMarg"/>
            <dgm:constr type="bMarg" refType="primFontSz" fact="0.3"/>
            <dgm:constr type="rMarg"/>
          </dgm:constrLst>
          <dgm:ruleLst>
            <dgm:rule type="primFontSz" val="5" fact="NaN" max="NaN"/>
          </dgm:ruleLst>
        </dgm:layoutNode>
        <dgm:layoutNode name="rightArrowText" styleLbl="node1">
          <dgm:varLst>
            <dgm:chMax val="0"/>
            <dgm:bulletEnabled val="1"/>
          </dgm:varLst>
          <dgm:alg type="tx">
            <dgm:param type="txAnchorVertCh" val="mid"/>
          </dgm:alg>
          <dgm:shape xmlns:r="http://schemas.openxmlformats.org/officeDocument/2006/relationships" type="rect" r:blip="" hideGeom="1">
            <dgm:adjLst/>
          </dgm:shape>
          <dgm:choose name="Name5">
            <dgm:if name="Name6" func="var" arg="dir" op="equ" val="norm">
              <dgm:presOf axis="ch desOrSelf" ptType="node node" st="2 1" cnt="1 0"/>
            </dgm:if>
            <dgm:else name="Name7">
              <dgm:presOf axis="ch desOrSelf" ptType="node node" st="1 1" cnt="1 0"/>
            </dgm:else>
          </dgm:choose>
          <dgm:constrLst>
            <dgm:constr type="primFontSz" val="65"/>
            <dgm:constr type="tMarg" refType="primFontSz" fact="0.28"/>
            <dgm:constr type="lMarg"/>
            <dgm:constr type="bMarg" refType="primFontSz" fact="0.3"/>
            <dgm:constr type="rMarg"/>
          </dgm:constrLst>
          <dgm:ruleLst>
            <dgm:rule type="primFontSz" val="5" fact="NaN" max="NaN"/>
          </dgm:ruleLst>
        </dgm:layoutNode>
      </dgm:if>
      <dgm:else name="Name8"/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AFB9B97-899B-4BB8-B8A3-9CABD8A01BC7}" type="datetimeFigureOut">
              <a:rPr lang="ru-RU" smtClean="0"/>
              <a:t>03.01.2016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F84A3E8-B360-436E-8F7A-99A81F1C418E}" type="slidenum">
              <a:rPr lang="ru-RU" smtClean="0"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F84A3E8-B360-436E-8F7A-99A81F1C418E}" type="slidenum">
              <a:rPr lang="ru-RU" smtClean="0"/>
              <a:t>9</a:t>
            </a:fld>
            <a:endParaRPr lang="ru-RU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Заголовок 7"/>
          <p:cNvSpPr>
            <a:spLocks noGrp="1"/>
          </p:cNvSpPr>
          <p:nvPr>
            <p:ph type="ctrTitle"/>
          </p:nvPr>
        </p:nvSpPr>
        <p:spPr>
          <a:xfrm>
            <a:off x="1219200" y="3886200"/>
            <a:ext cx="6858000" cy="990600"/>
          </a:xfrm>
        </p:spPr>
        <p:txBody>
          <a:bodyPr anchor="t" anchorCtr="0"/>
          <a:lstStyle>
            <a:lvl1pPr algn="r">
              <a:defRPr sz="3200">
                <a:solidFill>
                  <a:schemeClr val="tx1"/>
                </a:solidFill>
              </a:defRPr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9" name="Подзаголовок 8"/>
          <p:cNvSpPr>
            <a:spLocks noGrp="1"/>
          </p:cNvSpPr>
          <p:nvPr>
            <p:ph type="subTitle" idx="1"/>
          </p:nvPr>
        </p:nvSpPr>
        <p:spPr>
          <a:xfrm>
            <a:off x="1219200" y="5124450"/>
            <a:ext cx="6858000" cy="533400"/>
          </a:xfrm>
        </p:spPr>
        <p:txBody>
          <a:bodyPr/>
          <a:lstStyle>
            <a:lvl1pPr marL="0" indent="0" algn="r">
              <a:buNone/>
              <a:defRPr sz="20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ru-RU" smtClean="0"/>
              <a:t>Образец подзаголовка</a:t>
            </a:r>
            <a:endParaRPr kumimoji="0" lang="en-US"/>
          </a:p>
        </p:txBody>
      </p:sp>
      <p:sp>
        <p:nvSpPr>
          <p:cNvPr id="28" name="Дата 27"/>
          <p:cNvSpPr>
            <a:spLocks noGrp="1"/>
          </p:cNvSpPr>
          <p:nvPr>
            <p:ph type="dt" sz="half" idx="10"/>
          </p:nvPr>
        </p:nvSpPr>
        <p:spPr>
          <a:xfrm>
            <a:off x="6400800" y="6355080"/>
            <a:ext cx="2286000" cy="365760"/>
          </a:xfrm>
        </p:spPr>
        <p:txBody>
          <a:bodyPr/>
          <a:lstStyle>
            <a:lvl1pPr>
              <a:defRPr sz="1400"/>
            </a:lvl1pPr>
          </a:lstStyle>
          <a:p>
            <a:fld id="{95A63921-FD29-4E01-BF99-E0CCEFDDB2A0}" type="datetimeFigureOut">
              <a:rPr lang="ru-RU" smtClean="0"/>
              <a:t>03.01.2016</a:t>
            </a:fld>
            <a:endParaRPr lang="ru-RU"/>
          </a:p>
        </p:txBody>
      </p:sp>
      <p:sp>
        <p:nvSpPr>
          <p:cNvPr id="17" name="Нижний колонтитул 16"/>
          <p:cNvSpPr>
            <a:spLocks noGrp="1"/>
          </p:cNvSpPr>
          <p:nvPr>
            <p:ph type="ftr" sz="quarter" idx="11"/>
          </p:nvPr>
        </p:nvSpPr>
        <p:spPr>
          <a:xfrm>
            <a:off x="2898648" y="6355080"/>
            <a:ext cx="3474720" cy="365760"/>
          </a:xfrm>
        </p:spPr>
        <p:txBody>
          <a:bodyPr/>
          <a:lstStyle/>
          <a:p>
            <a:endParaRPr lang="ru-RU"/>
          </a:p>
        </p:txBody>
      </p:sp>
      <p:sp>
        <p:nvSpPr>
          <p:cNvPr id="29" name="Номер слайда 28"/>
          <p:cNvSpPr>
            <a:spLocks noGrp="1"/>
          </p:cNvSpPr>
          <p:nvPr>
            <p:ph type="sldNum" sz="quarter" idx="12"/>
          </p:nvPr>
        </p:nvSpPr>
        <p:spPr>
          <a:xfrm>
            <a:off x="1216152" y="6355080"/>
            <a:ext cx="1219200" cy="365760"/>
          </a:xfrm>
        </p:spPr>
        <p:txBody>
          <a:bodyPr/>
          <a:lstStyle/>
          <a:p>
            <a:fld id="{40720B0D-0020-4991-AACD-5FFC9CE5C1D6}" type="slidenum">
              <a:rPr lang="ru-RU" smtClean="0"/>
              <a:t>‹#›</a:t>
            </a:fld>
            <a:endParaRPr lang="ru-RU"/>
          </a:p>
        </p:txBody>
      </p:sp>
      <p:sp>
        <p:nvSpPr>
          <p:cNvPr id="21" name="Прямоугольник 20"/>
          <p:cNvSpPr/>
          <p:nvPr/>
        </p:nvSpPr>
        <p:spPr>
          <a:xfrm>
            <a:off x="904875" y="3648075"/>
            <a:ext cx="7315200" cy="1280160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3" name="Прямоугольник 32"/>
          <p:cNvSpPr/>
          <p:nvPr/>
        </p:nvSpPr>
        <p:spPr>
          <a:xfrm>
            <a:off x="914400" y="5048250"/>
            <a:ext cx="7315200" cy="685800"/>
          </a:xfrm>
          <a:prstGeom prst="rect">
            <a:avLst/>
          </a:prstGeom>
          <a:noFill/>
          <a:ln w="6350" cap="rnd" cmpd="sng" algn="ctr">
            <a:solidFill>
              <a:schemeClr val="accent2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2" name="Прямоугольник 21"/>
          <p:cNvSpPr/>
          <p:nvPr/>
        </p:nvSpPr>
        <p:spPr>
          <a:xfrm>
            <a:off x="904875" y="3648075"/>
            <a:ext cx="228600" cy="128016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2" name="Прямоугольник 31"/>
          <p:cNvSpPr/>
          <p:nvPr/>
        </p:nvSpPr>
        <p:spPr>
          <a:xfrm>
            <a:off x="914400" y="5048250"/>
            <a:ext cx="228600" cy="685800"/>
          </a:xfrm>
          <a:prstGeom prst="rect">
            <a:avLst/>
          </a:prstGeom>
          <a:solidFill>
            <a:schemeClr val="accent2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A63921-FD29-4E01-BF99-E0CCEFDDB2A0}" type="datetimeFigureOut">
              <a:rPr lang="ru-RU" smtClean="0"/>
              <a:t>03.01.2016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20B0D-0020-4991-AACD-5FFC9CE5C1D6}" type="slidenum">
              <a:rPr lang="ru-RU" smtClean="0"/>
              <a:t>‹#›</a:t>
            </a:fld>
            <a:endParaRPr lang="ru-RU"/>
          </a:p>
        </p:txBody>
      </p:sp>
      <p:sp>
        <p:nvSpPr>
          <p:cNvPr id="8" name="Содержимое 7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4937760"/>
          </a:xfrm>
        </p:spPr>
        <p:txBody>
          <a:bodyPr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аздела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219200" y="2971800"/>
            <a:ext cx="6858000" cy="1066800"/>
          </a:xfrm>
        </p:spPr>
        <p:txBody>
          <a:bodyPr anchor="t" anchorCtr="0"/>
          <a:lstStyle>
            <a:lvl1pPr algn="r">
              <a:buNone/>
              <a:defRPr sz="3200" b="0" cap="none" baseline="0"/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1295400" y="4267200"/>
            <a:ext cx="6781800" cy="1143000"/>
          </a:xfrm>
        </p:spPr>
        <p:txBody>
          <a:bodyPr anchor="t" anchorCtr="0"/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6400800" y="6355080"/>
            <a:ext cx="2286000" cy="365760"/>
          </a:xfrm>
        </p:spPr>
        <p:txBody>
          <a:bodyPr/>
          <a:lstStyle/>
          <a:p>
            <a:fld id="{95A63921-FD29-4E01-BF99-E0CCEFDDB2A0}" type="datetimeFigureOut">
              <a:rPr lang="ru-RU" smtClean="0"/>
              <a:t>03.01.2016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2898648" y="6355080"/>
            <a:ext cx="3474720" cy="365760"/>
          </a:xfrm>
        </p:spPr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1069848" y="6355080"/>
            <a:ext cx="1520952" cy="365760"/>
          </a:xfrm>
        </p:spPr>
        <p:txBody>
          <a:bodyPr/>
          <a:lstStyle/>
          <a:p>
            <a:fld id="{40720B0D-0020-4991-AACD-5FFC9CE5C1D6}" type="slidenum">
              <a:rPr lang="ru-RU" smtClean="0"/>
              <a:t>‹#›</a:t>
            </a:fld>
            <a:endParaRPr lang="ru-RU"/>
          </a:p>
        </p:txBody>
      </p:sp>
      <p:sp>
        <p:nvSpPr>
          <p:cNvPr id="7" name="Прямоугольник 6"/>
          <p:cNvSpPr/>
          <p:nvPr/>
        </p:nvSpPr>
        <p:spPr>
          <a:xfrm>
            <a:off x="914400" y="2819400"/>
            <a:ext cx="7315200" cy="1280160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Прямоугольник 7"/>
          <p:cNvSpPr/>
          <p:nvPr/>
        </p:nvSpPr>
        <p:spPr>
          <a:xfrm>
            <a:off x="914400" y="2819400"/>
            <a:ext cx="228600" cy="128016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A63921-FD29-4E01-BF99-E0CCEFDDB2A0}" type="datetimeFigureOut">
              <a:rPr lang="ru-RU" smtClean="0"/>
              <a:t>03.01.2016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20B0D-0020-4991-AACD-5FFC9CE5C1D6}" type="slidenum">
              <a:rPr lang="ru-RU" smtClean="0"/>
              <a:t>‹#›</a:t>
            </a:fld>
            <a:endParaRPr lang="ru-RU"/>
          </a:p>
        </p:txBody>
      </p:sp>
      <p:sp>
        <p:nvSpPr>
          <p:cNvPr id="9" name="Содержимое 8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4041648" cy="4937760"/>
          </a:xfrm>
        </p:spPr>
        <p:txBody>
          <a:bodyPr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11" name="Содержимое 10"/>
          <p:cNvSpPr>
            <a:spLocks noGrp="1"/>
          </p:cNvSpPr>
          <p:nvPr>
            <p:ph sz="quarter" idx="2"/>
          </p:nvPr>
        </p:nvSpPr>
        <p:spPr>
          <a:xfrm>
            <a:off x="4632198" y="1216152"/>
            <a:ext cx="4041648" cy="4937760"/>
          </a:xfrm>
        </p:spPr>
        <p:txBody>
          <a:bodyPr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285875"/>
            <a:ext cx="4040188" cy="685800"/>
          </a:xfrm>
          <a:noFill/>
          <a:ln>
            <a:noFill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3"/>
          </p:nvPr>
        </p:nvSpPr>
        <p:spPr>
          <a:xfrm>
            <a:off x="4648200" y="1295400"/>
            <a:ext cx="4041775" cy="685800"/>
          </a:xfrm>
          <a:noFill/>
          <a:ln>
            <a:noFill/>
          </a:ln>
        </p:spPr>
        <p:txBody>
          <a:bodyPr lIns="91440" anchor="b" anchorCtr="0"/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A63921-FD29-4E01-BF99-E0CCEFDDB2A0}" type="datetimeFigureOut">
              <a:rPr lang="ru-RU" smtClean="0"/>
              <a:t>03.01.2016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20B0D-0020-4991-AACD-5FFC9CE5C1D6}" type="slidenum">
              <a:rPr lang="ru-RU" smtClean="0"/>
              <a:t>‹#›</a:t>
            </a:fld>
            <a:endParaRPr lang="ru-RU"/>
          </a:p>
        </p:txBody>
      </p:sp>
      <p:sp>
        <p:nvSpPr>
          <p:cNvPr id="11" name="Содержимое 10"/>
          <p:cNvSpPr>
            <a:spLocks noGrp="1"/>
          </p:cNvSpPr>
          <p:nvPr>
            <p:ph sz="quarter" idx="2"/>
          </p:nvPr>
        </p:nvSpPr>
        <p:spPr>
          <a:xfrm>
            <a:off x="457200" y="2133600"/>
            <a:ext cx="4038600" cy="4038600"/>
          </a:xfrm>
        </p:spPr>
        <p:txBody>
          <a:bodyPr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13" name="Содержимое 12"/>
          <p:cNvSpPr>
            <a:spLocks noGrp="1"/>
          </p:cNvSpPr>
          <p:nvPr>
            <p:ph sz="quarter" idx="4"/>
          </p:nvPr>
        </p:nvSpPr>
        <p:spPr>
          <a:xfrm>
            <a:off x="4648200" y="2133600"/>
            <a:ext cx="4038600" cy="4038600"/>
          </a:xfrm>
        </p:spPr>
        <p:txBody>
          <a:bodyPr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A63921-FD29-4E01-BF99-E0CCEFDDB2A0}" type="datetimeFigureOut">
              <a:rPr lang="ru-RU" smtClean="0"/>
              <a:t>03.01.2016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20B0D-0020-4991-AACD-5FFC9CE5C1D6}" type="slidenum">
              <a:rPr lang="ru-RU" smtClean="0"/>
              <a:t>‹#›</a:t>
            </a:fld>
            <a:endParaRPr lang="ru-RU"/>
          </a:p>
        </p:txBody>
      </p:sp>
      <p:sp>
        <p:nvSpPr>
          <p:cNvPr id="6" name="Равнобедренный треугольник 5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A63921-FD29-4E01-BF99-E0CCEFDDB2A0}" type="datetimeFigureOut">
              <a:rPr lang="ru-RU" smtClean="0"/>
              <a:t>03.01.2016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20B0D-0020-4991-AACD-5FFC9CE5C1D6}" type="slidenum">
              <a:rPr lang="ru-RU" smtClean="0"/>
              <a:t>‹#›</a:t>
            </a:fld>
            <a:endParaRPr lang="ru-RU"/>
          </a:p>
        </p:txBody>
      </p:sp>
      <p:sp>
        <p:nvSpPr>
          <p:cNvPr id="5" name="Прямая соединительная линия 4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6" name="Равнобедренный треугольник 5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324600" y="304800"/>
            <a:ext cx="2514600" cy="838200"/>
          </a:xfrm>
        </p:spPr>
        <p:txBody>
          <a:bodyPr anchor="b" anchorCtr="0">
            <a:noAutofit/>
          </a:bodyPr>
          <a:lstStyle>
            <a:lvl1pPr algn="l">
              <a:buNone/>
              <a:defRPr sz="2000" b="1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2"/>
          </p:nvPr>
        </p:nvSpPr>
        <p:spPr>
          <a:xfrm>
            <a:off x="6324600" y="1219200"/>
            <a:ext cx="2514600" cy="4843463"/>
          </a:xfrm>
        </p:spPr>
        <p:txBody>
          <a:bodyPr/>
          <a:lstStyle>
            <a:lvl1pPr marL="0" indent="0">
              <a:lnSpc>
                <a:spcPts val="2200"/>
              </a:lnSpc>
              <a:spcAft>
                <a:spcPts val="1000"/>
              </a:spcAft>
              <a:buNone/>
              <a:defRPr sz="1600">
                <a:solidFill>
                  <a:schemeClr val="tx2"/>
                </a:solidFill>
              </a:defRPr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A63921-FD29-4E01-BF99-E0CCEFDDB2A0}" type="datetimeFigureOut">
              <a:rPr lang="ru-RU" smtClean="0"/>
              <a:t>03.01.2016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20B0D-0020-4991-AACD-5FFC9CE5C1D6}" type="slidenum">
              <a:rPr lang="ru-RU" smtClean="0"/>
              <a:t>‹#›</a:t>
            </a:fld>
            <a:endParaRPr lang="ru-RU"/>
          </a:p>
        </p:txBody>
      </p:sp>
      <p:sp>
        <p:nvSpPr>
          <p:cNvPr id="8" name="Прямая соединительная линия 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Прямая соединительная линия 9"/>
          <p:cNvSpPr>
            <a:spLocks noChangeShapeType="1"/>
          </p:cNvSpPr>
          <p:nvPr/>
        </p:nvSpPr>
        <p:spPr bwMode="auto">
          <a:xfrm rot="5400000">
            <a:off x="3160645" y="3324225"/>
            <a:ext cx="603504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9" name="Равнобедренный треугольник 8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Содержимое 11"/>
          <p:cNvSpPr>
            <a:spLocks noGrp="1"/>
          </p:cNvSpPr>
          <p:nvPr>
            <p:ph sz="quarter" idx="1"/>
          </p:nvPr>
        </p:nvSpPr>
        <p:spPr>
          <a:xfrm>
            <a:off x="304800" y="304800"/>
            <a:ext cx="5715000" cy="5715000"/>
          </a:xfrm>
        </p:spPr>
        <p:txBody>
          <a:bodyPr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500856"/>
            <a:ext cx="8229600" cy="674688"/>
          </a:xfrm>
          <a:ln>
            <a:solidFill>
              <a:schemeClr val="accent1"/>
            </a:solidFill>
          </a:ln>
        </p:spPr>
        <p:txBody>
          <a:bodyPr lIns="274320" anchor="ctr"/>
          <a:lstStyle>
            <a:lvl1pPr algn="r">
              <a:buNone/>
              <a:defRPr sz="2000" b="0">
                <a:solidFill>
                  <a:schemeClr val="tx1"/>
                </a:solidFill>
              </a:defRPr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457200" y="1905000"/>
            <a:ext cx="8229600" cy="4270248"/>
          </a:xfrm>
          <a:solidFill>
            <a:schemeClr val="tx1">
              <a:shade val="50000"/>
            </a:schemeClr>
          </a:solidFill>
          <a:ln>
            <a:noFill/>
          </a:ln>
          <a:effectLst/>
        </p:spPr>
        <p:txBody>
          <a:bodyPr/>
          <a:lstStyle>
            <a:lvl1pPr marL="0" indent="0">
              <a:spcBef>
                <a:spcPts val="600"/>
              </a:spcBef>
              <a:buNone/>
              <a:defRPr sz="3200"/>
            </a:lvl1pPr>
          </a:lstStyle>
          <a:p>
            <a:r>
              <a:rPr kumimoji="0" lang="ru-RU" smtClean="0"/>
              <a:t>Вставка рисунка</a:t>
            </a:r>
            <a:endParaRPr kumimoji="0" lang="en-US" dirty="0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219200"/>
            <a:ext cx="8229600" cy="533400"/>
          </a:xfrm>
        </p:spPr>
        <p:txBody>
          <a:bodyPr anchor="ctr" anchorCtr="0"/>
          <a:lstStyle>
            <a:lvl1pPr marL="0" indent="0" algn="l">
              <a:buFontTx/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A63921-FD29-4E01-BF99-E0CCEFDDB2A0}" type="datetimeFigureOut">
              <a:rPr lang="ru-RU" smtClean="0"/>
              <a:t>03.01.2016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20B0D-0020-4991-AACD-5FFC9CE5C1D6}" type="slidenum">
              <a:rPr lang="ru-RU" smtClean="0"/>
              <a:t>‹#›</a:t>
            </a:fld>
            <a:endParaRPr lang="ru-RU"/>
          </a:p>
        </p:txBody>
      </p:sp>
      <p:sp>
        <p:nvSpPr>
          <p:cNvPr id="8" name="Прямая соединительная линия 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Равнобедренный треугольник 8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Прямоугольник 9"/>
          <p:cNvSpPr/>
          <p:nvPr/>
        </p:nvSpPr>
        <p:spPr>
          <a:xfrm>
            <a:off x="457200" y="500856"/>
            <a:ext cx="182880" cy="68580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A63921-FD29-4E01-BF99-E0CCEFDDB2A0}" type="datetimeFigureOut">
              <a:rPr lang="ru-RU" smtClean="0"/>
              <a:t>03.01.2016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20B0D-0020-4991-AACD-5FFC9CE5C1D6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A63921-FD29-4E01-BF99-E0CCEFDDB2A0}" type="datetimeFigureOut">
              <a:rPr lang="ru-RU" smtClean="0"/>
              <a:t>03.01.2016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20B0D-0020-4991-AACD-5FFC9CE5C1D6}" type="slidenum">
              <a:rPr lang="ru-RU" smtClean="0"/>
              <a:t>‹#›</a:t>
            </a:fld>
            <a:endParaRPr lang="ru-RU"/>
          </a:p>
        </p:txBody>
      </p:sp>
      <p:sp>
        <p:nvSpPr>
          <p:cNvPr id="7" name="Прямая соединительная линия 6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8" name="Равнобедренный треугольник 7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Прямая соединительная линия 8"/>
          <p:cNvSpPr>
            <a:spLocks noChangeShapeType="1"/>
          </p:cNvSpPr>
          <p:nvPr/>
        </p:nvSpPr>
        <p:spPr bwMode="auto">
          <a:xfrm rot="5400000">
            <a:off x="3629607" y="3201952"/>
            <a:ext cx="585216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Заголовок 2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</p:spPr>
        <p:txBody>
          <a:bodyPr vert="horz" anchor="b" anchorCtr="0">
            <a:normAutofit/>
          </a:bodyPr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13" name="Текст 12"/>
          <p:cNvSpPr>
            <a:spLocks noGrp="1"/>
          </p:cNvSpPr>
          <p:nvPr>
            <p:ph type="body" idx="1"/>
          </p:nvPr>
        </p:nvSpPr>
        <p:spPr>
          <a:xfrm>
            <a:off x="457200" y="1219200"/>
            <a:ext cx="8229600" cy="4910328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ru-RU" smtClean="0"/>
              <a:t>Образец текста</a:t>
            </a:r>
          </a:p>
          <a:p>
            <a:pPr lvl="1" eaLnBrk="1" latinLnBrk="0" hangingPunct="1"/>
            <a:r>
              <a:rPr kumimoji="0" lang="ru-RU" smtClean="0"/>
              <a:t>Второй уровень</a:t>
            </a:r>
          </a:p>
          <a:p>
            <a:pPr lvl="2" eaLnBrk="1" latinLnBrk="0" hangingPunct="1"/>
            <a:r>
              <a:rPr kumimoji="0" lang="ru-RU" smtClean="0"/>
              <a:t>Третий уровень</a:t>
            </a:r>
          </a:p>
          <a:p>
            <a:pPr lvl="3" eaLnBrk="1" latinLnBrk="0" hangingPunct="1"/>
            <a:r>
              <a:rPr kumimoji="0" lang="ru-RU" smtClean="0"/>
              <a:t>Четвертый уровень</a:t>
            </a:r>
          </a:p>
          <a:p>
            <a:pPr lvl="4" eaLnBrk="1" latinLnBrk="0" hangingPunct="1"/>
            <a:r>
              <a:rPr kumimoji="0" lang="ru-RU" smtClean="0"/>
              <a:t>Пятый уровень</a:t>
            </a:r>
            <a:endParaRPr kumimoji="0" lang="en-US"/>
          </a:p>
        </p:txBody>
      </p:sp>
      <p:sp>
        <p:nvSpPr>
          <p:cNvPr id="14" name="Дата 13"/>
          <p:cNvSpPr>
            <a:spLocks noGrp="1"/>
          </p:cNvSpPr>
          <p:nvPr>
            <p:ph type="dt" sz="half" idx="2"/>
          </p:nvPr>
        </p:nvSpPr>
        <p:spPr>
          <a:xfrm>
            <a:off x="6400800" y="6356350"/>
            <a:ext cx="2289048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95A63921-FD29-4E01-BF99-E0CCEFDDB2A0}" type="datetimeFigureOut">
              <a:rPr lang="ru-RU" smtClean="0"/>
              <a:t>03.01.2016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3"/>
          </p:nvPr>
        </p:nvSpPr>
        <p:spPr>
          <a:xfrm>
            <a:off x="2898648" y="6356350"/>
            <a:ext cx="3505200" cy="36576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endParaRPr lang="ru-RU"/>
          </a:p>
        </p:txBody>
      </p:sp>
      <p:sp>
        <p:nvSpPr>
          <p:cNvPr id="23" name="Номер слайда 22"/>
          <p:cNvSpPr>
            <a:spLocks noGrp="1"/>
          </p:cNvSpPr>
          <p:nvPr>
            <p:ph type="sldNum" sz="quarter" idx="4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40720B0D-0020-4991-AACD-5FFC9CE5C1D6}" type="slidenum">
              <a:rPr lang="ru-RU" smtClean="0"/>
              <a:t>‹#›</a:t>
            </a:fld>
            <a:endParaRPr lang="ru-RU"/>
          </a:p>
        </p:txBody>
      </p:sp>
      <p:sp>
        <p:nvSpPr>
          <p:cNvPr id="28" name="Прямая соединительная линия 2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9" name="Прямая соединительная линия 28"/>
          <p:cNvSpPr>
            <a:spLocks noChangeShapeType="1"/>
          </p:cNvSpPr>
          <p:nvPr/>
        </p:nvSpPr>
        <p:spPr bwMode="auto">
          <a:xfrm>
            <a:off x="457200" y="1143000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Равнобедренный треугольник 9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69" r:id="rId1"/>
    <p:sldLayoutId id="2147483770" r:id="rId2"/>
    <p:sldLayoutId id="2147483771" r:id="rId3"/>
    <p:sldLayoutId id="2147483772" r:id="rId4"/>
    <p:sldLayoutId id="2147483773" r:id="rId5"/>
    <p:sldLayoutId id="2147483774" r:id="rId6"/>
    <p:sldLayoutId id="2147483775" r:id="rId7"/>
    <p:sldLayoutId id="2147483776" r:id="rId8"/>
    <p:sldLayoutId id="2147483777" r:id="rId9"/>
    <p:sldLayoutId id="2147483778" r:id="rId10"/>
    <p:sldLayoutId id="2147483779" r:id="rId11"/>
  </p:sldLayoutIdLst>
  <p:txStyles>
    <p:titleStyle>
      <a:lvl1pPr algn="l" rtl="0" eaLnBrk="1" latinLnBrk="0" hangingPunct="1">
        <a:spcBef>
          <a:spcPct val="0"/>
        </a:spcBef>
        <a:buNone/>
        <a:defRPr kumimoji="0" sz="32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600"/>
        </a:spcBef>
        <a:buClr>
          <a:schemeClr val="accent1"/>
        </a:buClr>
        <a:buSzPct val="76000"/>
        <a:buFont typeface="Wingdings 3"/>
        <a:buChar char="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74320" algn="l" rtl="0" eaLnBrk="1" latinLnBrk="0" hangingPunct="1">
        <a:spcBef>
          <a:spcPts val="500"/>
        </a:spcBef>
        <a:buClr>
          <a:schemeClr val="accent2"/>
        </a:buClr>
        <a:buSzPct val="76000"/>
        <a:buFont typeface="Wingdings 3"/>
        <a:buChar char=""/>
        <a:defRPr kumimoji="0" sz="2300" kern="1200">
          <a:solidFill>
            <a:schemeClr val="tx2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ts val="500"/>
        </a:spcBef>
        <a:buClr>
          <a:schemeClr val="bg1">
            <a:shade val="50000"/>
          </a:schemeClr>
        </a:buClr>
        <a:buSzPct val="76000"/>
        <a:buFont typeface="Wingdings 3"/>
        <a:buChar char="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ts val="400"/>
        </a:spcBef>
        <a:buClr>
          <a:schemeClr val="accent2">
            <a:shade val="75000"/>
          </a:schemeClr>
        </a:buClr>
        <a:buSzPct val="70000"/>
        <a:buFont typeface="Wingdings"/>
        <a:buChar char="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00"/>
        </a:spcBef>
        <a:buClr>
          <a:schemeClr val="accent2"/>
        </a:buClr>
        <a:buSzPct val="70000"/>
        <a:buFont typeface="Wingdings"/>
        <a:buChar char="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182880" algn="l" rtl="0" eaLnBrk="1" latinLnBrk="0" hangingPunct="1">
        <a:spcBef>
          <a:spcPts val="300"/>
        </a:spcBef>
        <a:buClr>
          <a:srgbClr val="9FB8CD">
            <a:shade val="75000"/>
          </a:srgbClr>
        </a:buClr>
        <a:buSzPct val="75000"/>
        <a:buFont typeface="Wingdings 3"/>
        <a:buChar char=""/>
        <a:defRPr kumimoji="0" lang="en-US" sz="1600" kern="1200" smtClean="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ts val="300"/>
        </a:spcBef>
        <a:buClr>
          <a:srgbClr val="727CA3">
            <a:shade val="75000"/>
          </a:srgb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7pPr>
      <a:lvl8pPr marL="2011680" indent="-182880" algn="l" rtl="0" eaLnBrk="1" latinLnBrk="0" hangingPunct="1">
        <a:spcBef>
          <a:spcPts val="300"/>
        </a:spcBef>
        <a:buClr>
          <a:prstClr val="white">
            <a:shade val="50000"/>
          </a:prst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8pPr>
      <a:lvl9pPr marL="2194560" indent="-182880" algn="l" rtl="0" eaLnBrk="1" latinLnBrk="0" hangingPunct="1">
        <a:spcBef>
          <a:spcPts val="300"/>
        </a:spcBef>
        <a:buClr>
          <a:srgbClr val="9FB8CD"/>
        </a:buClr>
        <a:buSzPct val="75000"/>
        <a:buFont typeface="Wingdings 3"/>
        <a:buChar char=""/>
        <a:defRPr kumimoji="0" lang="en-US" sz="1200" kern="1200" smtClean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219200" y="3212976"/>
            <a:ext cx="6858000" cy="1663824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 </a:t>
            </a:r>
            <a:r>
              <a:rPr lang="ru-RU" dirty="0" smtClean="0"/>
              <a:t/>
            </a:r>
            <a:br>
              <a:rPr lang="ru-RU" dirty="0" smtClean="0"/>
            </a:br>
            <a:r>
              <a:rPr lang="ru-RU" sz="2200" b="1" dirty="0" smtClean="0"/>
              <a:t>СОВЕРШЕНСТВОВАНИЕ ИНФОРМАЦИОННОГО ОБЕСПЕЧЕНИЯ ДЛЯ СИСТЕМ УПРАВЛЕНИЯ ЖИЗНЕННЫМ ЦИКЛОМ</a:t>
            </a:r>
            <a:r>
              <a:rPr lang="ru-RU" sz="2200" dirty="0" smtClean="0"/>
              <a:t/>
            </a:r>
            <a:br>
              <a:rPr lang="ru-RU" sz="2200" dirty="0" smtClean="0"/>
            </a:br>
            <a:endParaRPr lang="ru-RU" sz="2200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47500" lnSpcReduction="20000"/>
          </a:bodyPr>
          <a:lstStyle/>
          <a:p>
            <a:r>
              <a:rPr lang="ru-RU" dirty="0" smtClean="0"/>
              <a:t>Автор: Темников А.В., студент группы 521 Финансового Университета при правительстве Российской Федерации.</a:t>
            </a:r>
          </a:p>
          <a:p>
            <a:r>
              <a:rPr lang="ru-RU" dirty="0" smtClean="0"/>
              <a:t>Научный руководитель: </a:t>
            </a:r>
            <a:r>
              <a:rPr lang="ru-RU" dirty="0" err="1" smtClean="0"/>
              <a:t>Переверзев</a:t>
            </a:r>
            <a:r>
              <a:rPr lang="ru-RU" dirty="0" smtClean="0"/>
              <a:t> Павел Петрович, </a:t>
            </a:r>
            <a:r>
              <a:rPr lang="ru-RU" dirty="0" smtClean="0"/>
              <a:t>доктор технических наук, доцент, профессор кафедры математики и информатики</a:t>
            </a:r>
            <a:endParaRPr lang="ru-RU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Информационное обеспечение</a:t>
            </a:r>
            <a:endParaRPr lang="ru-RU" dirty="0"/>
          </a:p>
        </p:txBody>
      </p:sp>
      <p:graphicFrame>
        <p:nvGraphicFramePr>
          <p:cNvPr id="8" name="Содержимое 7"/>
          <p:cNvGraphicFramePr>
            <a:graphicFrameLocks noGrp="1"/>
          </p:cNvGraphicFramePr>
          <p:nvPr>
            <p:ph sz="quarter" idx="1"/>
          </p:nvPr>
        </p:nvGraphicFramePr>
        <p:xfrm>
          <a:off x="2267744" y="1219200"/>
          <a:ext cx="6419056" cy="49371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1619672" y="2420888"/>
            <a:ext cx="25922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Ввод данных в систему</a:t>
            </a:r>
            <a:endParaRPr lang="ru-RU" dirty="0"/>
          </a:p>
        </p:txBody>
      </p:sp>
      <p:sp>
        <p:nvSpPr>
          <p:cNvPr id="12" name="TextBox 11"/>
          <p:cNvSpPr txBox="1"/>
          <p:nvPr/>
        </p:nvSpPr>
        <p:spPr>
          <a:xfrm>
            <a:off x="1619672" y="4437112"/>
            <a:ext cx="273630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Предоставление данных пользователю</a:t>
            </a:r>
            <a:endParaRPr lang="ru-RU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Управление жизненным циклом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85000" lnSpcReduction="10000"/>
          </a:bodyPr>
          <a:lstStyle/>
          <a:p>
            <a:pPr>
              <a:buNone/>
            </a:pPr>
            <a:r>
              <a:rPr lang="ru-RU" dirty="0" smtClean="0"/>
              <a:t>		УЖЦ - </a:t>
            </a:r>
            <a:r>
              <a:rPr lang="ru-RU" dirty="0" smtClean="0"/>
              <a:t>это стратегия ведения бизнеса на основе системных </a:t>
            </a:r>
            <a:r>
              <a:rPr lang="ru-RU" dirty="0" err="1" smtClean="0"/>
              <a:t>бизнес-решений</a:t>
            </a:r>
            <a:r>
              <a:rPr lang="ru-RU" dirty="0" smtClean="0"/>
              <a:t>, поддерживающих коллективную разработку, управление, распространение и использование информации о спецификации изделия в рамках расширенного предприятия от концепции до конца жизненного цикла </a:t>
            </a:r>
            <a:r>
              <a:rPr lang="ru-RU" dirty="0" smtClean="0"/>
              <a:t>изделия. Основные этапы жизненного цикла:</a:t>
            </a:r>
          </a:p>
          <a:p>
            <a:pPr marL="273050" indent="179388">
              <a:buNone/>
            </a:pPr>
            <a:endParaRPr lang="ru-RU" dirty="0" smtClean="0"/>
          </a:p>
          <a:p>
            <a:pPr marL="273050" lvl="0" indent="179388"/>
            <a:r>
              <a:rPr lang="ru-RU" dirty="0" smtClean="0"/>
              <a:t>Маркетинговые исследования</a:t>
            </a:r>
          </a:p>
          <a:p>
            <a:pPr marL="273050" lvl="0" indent="179388"/>
            <a:r>
              <a:rPr lang="ru-RU" dirty="0" smtClean="0"/>
              <a:t>Проектирование</a:t>
            </a:r>
          </a:p>
          <a:p>
            <a:pPr marL="273050" lvl="0" indent="179388"/>
            <a:r>
              <a:rPr lang="ru-RU" dirty="0" smtClean="0"/>
              <a:t>Технологическая подготовка производства (ТПП)</a:t>
            </a:r>
          </a:p>
          <a:p>
            <a:pPr marL="273050" lvl="0" indent="179388"/>
            <a:r>
              <a:rPr lang="ru-RU" dirty="0" smtClean="0"/>
              <a:t>Производство</a:t>
            </a:r>
            <a:endParaRPr lang="ru-RU" dirty="0" smtClean="0"/>
          </a:p>
          <a:p>
            <a:pPr marL="273050" lvl="0" indent="179388"/>
            <a:r>
              <a:rPr lang="ru-RU" dirty="0" smtClean="0"/>
              <a:t>Послепродажное обслуживание</a:t>
            </a:r>
          </a:p>
          <a:p>
            <a:pPr marL="273050" lvl="0" indent="179388"/>
            <a:r>
              <a:rPr lang="ru-RU" dirty="0" smtClean="0"/>
              <a:t>Эксплуатация продукции</a:t>
            </a:r>
          </a:p>
          <a:p>
            <a:pPr marL="273050" lvl="0" indent="179388"/>
            <a:r>
              <a:rPr lang="ru-RU" dirty="0" smtClean="0"/>
              <a:t>Утилизация</a:t>
            </a:r>
          </a:p>
          <a:p>
            <a:pPr>
              <a:buNone/>
            </a:pPr>
            <a:endParaRPr lang="ru-RU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Жесткость требования к бизнес-процессам </a:t>
            </a:r>
            <a:endParaRPr lang="ru-RU" dirty="0"/>
          </a:p>
        </p:txBody>
      </p:sp>
      <p:graphicFrame>
        <p:nvGraphicFramePr>
          <p:cNvPr id="4" name="Содержимое 3"/>
          <p:cNvGraphicFramePr>
            <a:graphicFrameLocks noGrp="1"/>
          </p:cNvGraphicFramePr>
          <p:nvPr>
            <p:ph sz="quarter" idx="1"/>
          </p:nvPr>
        </p:nvGraphicFramePr>
        <p:xfrm>
          <a:off x="457200" y="1219200"/>
          <a:ext cx="8229600" cy="49371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Данные об объекте	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ru-RU" dirty="0" smtClean="0"/>
              <a:t>Чертежи и 3</a:t>
            </a:r>
            <a:r>
              <a:rPr lang="en-US" dirty="0" smtClean="0"/>
              <a:t>D</a:t>
            </a:r>
            <a:r>
              <a:rPr lang="ru-RU" dirty="0" smtClean="0"/>
              <a:t>-модель;</a:t>
            </a:r>
          </a:p>
          <a:p>
            <a:r>
              <a:rPr lang="ru-RU" dirty="0" smtClean="0"/>
              <a:t>Сопроводительная документация;</a:t>
            </a:r>
          </a:p>
          <a:p>
            <a:r>
              <a:rPr lang="ru-RU" dirty="0" smtClean="0"/>
              <a:t>Состав изделия;</a:t>
            </a:r>
          </a:p>
          <a:p>
            <a:r>
              <a:rPr lang="ru-RU" dirty="0" smtClean="0"/>
              <a:t>Стоимость материалов;</a:t>
            </a:r>
            <a:endParaRPr lang="ru-RU" dirty="0" smtClean="0"/>
          </a:p>
          <a:p>
            <a:r>
              <a:rPr lang="ru-RU" dirty="0" smtClean="0"/>
              <a:t>Технологический </a:t>
            </a:r>
            <a:r>
              <a:rPr lang="ru-RU" dirty="0" smtClean="0"/>
              <a:t>процесс;</a:t>
            </a:r>
          </a:p>
          <a:p>
            <a:r>
              <a:rPr lang="ru-RU" dirty="0" smtClean="0"/>
              <a:t>Норма </a:t>
            </a:r>
            <a:r>
              <a:rPr lang="ru-RU" dirty="0" smtClean="0"/>
              <a:t>времени и разряды рабочих для расчета зарплат и себестоимости;</a:t>
            </a:r>
          </a:p>
          <a:p>
            <a:r>
              <a:rPr lang="ru-RU" dirty="0" smtClean="0"/>
              <a:t>Указания </a:t>
            </a:r>
            <a:r>
              <a:rPr lang="ru-RU" dirty="0" smtClean="0"/>
              <a:t>по содержанию драгоценных металлов согласно требованиям ГОСТ 2.608-78;</a:t>
            </a:r>
          </a:p>
          <a:p>
            <a:r>
              <a:rPr lang="ru-RU" dirty="0" smtClean="0"/>
              <a:t>Возможность </a:t>
            </a:r>
            <a:r>
              <a:rPr lang="ru-RU" dirty="0" smtClean="0"/>
              <a:t>замены покупными изделиями и т.д.</a:t>
            </a:r>
          </a:p>
          <a:p>
            <a:endParaRPr lang="ru-RU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Модели данных СУБД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>
              <a:buNone/>
            </a:pPr>
            <a:r>
              <a:rPr lang="ru-RU" dirty="0" smtClean="0"/>
              <a:t>		Система управления базами данных</a:t>
            </a:r>
            <a:r>
              <a:rPr lang="ru-RU" dirty="0" smtClean="0"/>
              <a:t> (СУБД) — совокупность программных и лингвистических средств общего или специального назначения, обеспечивающих управление созданием и использованием баз </a:t>
            </a:r>
            <a:r>
              <a:rPr lang="ru-RU" dirty="0" smtClean="0"/>
              <a:t>данных. Существуют две основных модели данных:</a:t>
            </a:r>
          </a:p>
          <a:p>
            <a:pPr>
              <a:buNone/>
            </a:pPr>
            <a:endParaRPr lang="ru-RU" dirty="0" smtClean="0"/>
          </a:p>
          <a:p>
            <a:pPr marL="273050" indent="179388"/>
            <a:r>
              <a:rPr lang="ru-RU" dirty="0" smtClean="0"/>
              <a:t>Объектно-ориентированная модель;</a:t>
            </a:r>
          </a:p>
          <a:p>
            <a:pPr marL="273050" indent="179388"/>
            <a:r>
              <a:rPr lang="ru-RU" dirty="0" smtClean="0"/>
              <a:t>Реляционная модель.</a:t>
            </a:r>
            <a:endParaRPr lang="ru-RU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Подготовка </a:t>
            </a:r>
            <a:r>
              <a:rPr lang="ru-RU" dirty="0" smtClean="0"/>
              <a:t>ввода данных в СУЖЦ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ru-RU" dirty="0" smtClean="0"/>
              <a:t>Определить</a:t>
            </a:r>
            <a:r>
              <a:rPr lang="ru-RU" dirty="0" smtClean="0"/>
              <a:t>, какие дополнительные функции будет выполнять </a:t>
            </a:r>
            <a:r>
              <a:rPr lang="ru-RU" dirty="0" smtClean="0"/>
              <a:t>система</a:t>
            </a:r>
          </a:p>
          <a:p>
            <a:r>
              <a:rPr lang="ru-RU" dirty="0" smtClean="0"/>
              <a:t>Получить </a:t>
            </a:r>
            <a:r>
              <a:rPr lang="ru-RU" dirty="0" smtClean="0"/>
              <a:t>перечень наименований и типа </a:t>
            </a:r>
            <a:r>
              <a:rPr lang="ru-RU" dirty="0" smtClean="0"/>
              <a:t>необходимых </a:t>
            </a:r>
            <a:r>
              <a:rPr lang="ru-RU" dirty="0" smtClean="0"/>
              <a:t>данных.</a:t>
            </a:r>
          </a:p>
          <a:p>
            <a:r>
              <a:rPr lang="ru-RU" dirty="0" smtClean="0"/>
              <a:t>Собрать </a:t>
            </a:r>
            <a:r>
              <a:rPr lang="ru-RU" dirty="0" smtClean="0"/>
              <a:t>данные о типах </a:t>
            </a:r>
            <a:r>
              <a:rPr lang="ru-RU" dirty="0" smtClean="0"/>
              <a:t>объектов, используемых </a:t>
            </a:r>
            <a:r>
              <a:rPr lang="ru-RU" dirty="0" smtClean="0"/>
              <a:t>на </a:t>
            </a:r>
            <a:r>
              <a:rPr lang="ru-RU" dirty="0" smtClean="0"/>
              <a:t>производстве</a:t>
            </a:r>
          </a:p>
          <a:p>
            <a:pPr lvl="1"/>
            <a:r>
              <a:rPr lang="ru-RU" dirty="0" smtClean="0"/>
              <a:t>Материал</a:t>
            </a:r>
            <a:endParaRPr lang="ru-RU" dirty="0" smtClean="0"/>
          </a:p>
          <a:p>
            <a:pPr lvl="1"/>
            <a:r>
              <a:rPr lang="ru-RU" dirty="0" smtClean="0"/>
              <a:t>Заготовка</a:t>
            </a:r>
            <a:endParaRPr lang="ru-RU" dirty="0" smtClean="0"/>
          </a:p>
          <a:p>
            <a:pPr lvl="1"/>
            <a:r>
              <a:rPr lang="ru-RU" dirty="0" smtClean="0"/>
              <a:t>Деталь</a:t>
            </a:r>
            <a:endParaRPr lang="ru-RU" dirty="0" smtClean="0"/>
          </a:p>
          <a:p>
            <a:pPr lvl="1"/>
            <a:r>
              <a:rPr lang="ru-RU" dirty="0" smtClean="0"/>
              <a:t>Сборочная </a:t>
            </a:r>
            <a:r>
              <a:rPr lang="ru-RU" dirty="0" smtClean="0"/>
              <a:t>единица</a:t>
            </a:r>
            <a:endParaRPr lang="ru-RU" dirty="0" smtClean="0"/>
          </a:p>
          <a:p>
            <a:pPr lvl="1"/>
            <a:r>
              <a:rPr lang="ru-RU" dirty="0" smtClean="0"/>
              <a:t>Покупное комплектующее </a:t>
            </a:r>
            <a:r>
              <a:rPr lang="ru-RU" dirty="0" smtClean="0"/>
              <a:t>изделие</a:t>
            </a:r>
            <a:endParaRPr lang="ru-RU" dirty="0" smtClean="0"/>
          </a:p>
          <a:p>
            <a:pPr lvl="1"/>
            <a:r>
              <a:rPr lang="ru-RU" dirty="0" smtClean="0"/>
              <a:t>Инструмент</a:t>
            </a:r>
            <a:endParaRPr lang="ru-RU" dirty="0" smtClean="0"/>
          </a:p>
          <a:p>
            <a:pPr lvl="1"/>
            <a:r>
              <a:rPr lang="ru-RU" dirty="0" smtClean="0"/>
              <a:t>Документ</a:t>
            </a:r>
            <a:endParaRPr lang="ru-RU" dirty="0" smtClean="0"/>
          </a:p>
          <a:p>
            <a:r>
              <a:rPr lang="ru-RU" dirty="0" smtClean="0"/>
              <a:t>Определить</a:t>
            </a:r>
            <a:r>
              <a:rPr lang="ru-RU" dirty="0" smtClean="0"/>
              <a:t>, к какому объекту какой атрибут относится</a:t>
            </a:r>
            <a:r>
              <a:rPr lang="ru-RU" dirty="0" smtClean="0"/>
              <a:t>.</a:t>
            </a:r>
            <a:endParaRPr lang="ru-RU" dirty="0" smtClean="0"/>
          </a:p>
          <a:p>
            <a:r>
              <a:rPr lang="ru-RU" dirty="0" smtClean="0"/>
              <a:t>Занести </a:t>
            </a:r>
            <a:r>
              <a:rPr lang="ru-RU" dirty="0" smtClean="0"/>
              <a:t>собранные данные в </a:t>
            </a:r>
            <a:r>
              <a:rPr lang="ru-RU" dirty="0" smtClean="0"/>
              <a:t>СУЖЦ</a:t>
            </a:r>
            <a:endParaRPr lang="ru-RU" dirty="0" smtClean="0"/>
          </a:p>
          <a:p>
            <a:endParaRPr lang="ru-RU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Подготовка данных для пользователей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lvl="0">
              <a:buNone/>
            </a:pPr>
            <a:r>
              <a:rPr lang="ru-RU" dirty="0" smtClean="0"/>
              <a:t>Необходимая для работы документация:</a:t>
            </a:r>
          </a:p>
          <a:p>
            <a:pPr lvl="0"/>
            <a:r>
              <a:rPr lang="ru-RU" dirty="0" smtClean="0"/>
              <a:t>Состав </a:t>
            </a:r>
            <a:r>
              <a:rPr lang="ru-RU" dirty="0" smtClean="0"/>
              <a:t>изделия;</a:t>
            </a:r>
          </a:p>
          <a:p>
            <a:pPr lvl="0"/>
            <a:r>
              <a:rPr lang="ru-RU" dirty="0" smtClean="0"/>
              <a:t>Ведомости ПКИ и цеховой применяемости;</a:t>
            </a:r>
          </a:p>
          <a:p>
            <a:pPr lvl="0"/>
            <a:r>
              <a:rPr lang="ru-RU" dirty="0" smtClean="0"/>
              <a:t>Ведомости допустимых замен ПКИ;</a:t>
            </a:r>
          </a:p>
          <a:p>
            <a:pPr lvl="0"/>
            <a:r>
              <a:rPr lang="ru-RU" dirty="0" smtClean="0"/>
              <a:t>Технологический маршрут;</a:t>
            </a:r>
          </a:p>
          <a:p>
            <a:pPr lvl="0"/>
            <a:r>
              <a:rPr lang="ru-RU" dirty="0" smtClean="0"/>
              <a:t>Расчет заработной платы (по изделию/цеху/рабочему);</a:t>
            </a:r>
          </a:p>
          <a:p>
            <a:pPr lvl="0"/>
            <a:r>
              <a:rPr lang="ru-RU" dirty="0" smtClean="0"/>
              <a:t>Отчет потребности в материалах;</a:t>
            </a:r>
          </a:p>
          <a:p>
            <a:pPr lvl="0"/>
            <a:r>
              <a:rPr lang="ru-RU" dirty="0" smtClean="0"/>
              <a:t>Расчет трудозатрат и т.д.</a:t>
            </a:r>
          </a:p>
          <a:p>
            <a:endParaRPr lang="ru-RU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Передача данных в другие системы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>
              <a:buNone/>
            </a:pPr>
            <a:r>
              <a:rPr lang="ru-RU" dirty="0" smtClean="0"/>
              <a:t>		API</a:t>
            </a:r>
            <a:r>
              <a:rPr lang="ru-RU" dirty="0" smtClean="0"/>
              <a:t> (интерфейс программирования приложений, интерфейс прикладного программирования) (англ. </a:t>
            </a:r>
            <a:r>
              <a:rPr lang="ru-RU" dirty="0" err="1" smtClean="0"/>
              <a:t>application</a:t>
            </a:r>
            <a:r>
              <a:rPr lang="ru-RU" dirty="0" smtClean="0"/>
              <a:t> </a:t>
            </a:r>
            <a:r>
              <a:rPr lang="ru-RU" dirty="0" err="1" smtClean="0"/>
              <a:t>programming</a:t>
            </a:r>
            <a:r>
              <a:rPr lang="ru-RU" dirty="0" smtClean="0"/>
              <a:t> </a:t>
            </a:r>
            <a:r>
              <a:rPr lang="ru-RU" dirty="0" err="1" smtClean="0"/>
              <a:t>interface</a:t>
            </a:r>
            <a:r>
              <a:rPr lang="ru-RU" dirty="0" smtClean="0"/>
              <a:t>)</a:t>
            </a:r>
            <a:r>
              <a:rPr lang="ru-RU" dirty="0" smtClean="0"/>
              <a:t> </a:t>
            </a:r>
            <a:r>
              <a:rPr lang="ru-RU" dirty="0" smtClean="0"/>
              <a:t>— </a:t>
            </a:r>
            <a:r>
              <a:rPr lang="ru-RU" dirty="0" smtClean="0"/>
              <a:t>набор готовых классов, процедур, функций, структур и констант, предоставляемых приложением (библиотекой, сервисом) для использования во внешних программных продуктах.</a:t>
            </a:r>
            <a:endParaRPr lang="ru-RU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Выводы	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ru-RU" dirty="0" smtClean="0"/>
              <a:t>1. Выявлены основные направления совершенствования информационного обеспечения для систем управления жизненным циклом на примере реализации наиболее часто используемого функционала. </a:t>
            </a:r>
          </a:p>
          <a:p>
            <a:r>
              <a:rPr lang="ru-RU" dirty="0" smtClean="0"/>
              <a:t>2. Основными критериями для его создания являются потребность исполнителей бизнес-процессов в информации и целесообразность добавления новых возможностей. </a:t>
            </a:r>
          </a:p>
          <a:p>
            <a:r>
              <a:rPr lang="ru-RU" dirty="0" smtClean="0"/>
              <a:t>3. Для решения каждой задачи есть свой инструмент, и попытки добавить в СУЖЦ функции, выходящие далеко за рамки, собственно, управления жизненным циклом, могут привести к неоправданно высоким финансовым затратам.</a:t>
            </a:r>
          </a:p>
          <a:p>
            <a:r>
              <a:rPr lang="ru-RU" dirty="0" smtClean="0"/>
              <a:t>4. Опционально, можно реализовать более широкую визуализацию данных, в том числе в виде графиков или системы индикаторов, но этот функционал выходит за рамки СУЖЦ и, возможно, рациональнее будет использовать более специализированную систему. 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 smtClean="0"/>
              <a:t>Благодарю за внимание!</a:t>
            </a:r>
            <a:endParaRPr lang="ru-RU" dirty="0"/>
          </a:p>
        </p:txBody>
      </p:sp>
      <p:sp>
        <p:nvSpPr>
          <p:cNvPr id="5" name="Подзаголовок 4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47500" lnSpcReduction="20000"/>
          </a:bodyPr>
          <a:lstStyle/>
          <a:p>
            <a:r>
              <a:rPr lang="ru-RU" dirty="0" smtClean="0"/>
              <a:t>Автор: Темников А.В., студент группы 521 Финансового Университета при правительстве Российской Федерации.</a:t>
            </a:r>
          </a:p>
          <a:p>
            <a:r>
              <a:rPr lang="ru-RU" dirty="0" smtClean="0"/>
              <a:t>Научный руководитель: </a:t>
            </a:r>
            <a:r>
              <a:rPr lang="ru-RU" dirty="0" err="1" smtClean="0"/>
              <a:t>Переверзев</a:t>
            </a:r>
            <a:r>
              <a:rPr lang="ru-RU" dirty="0" smtClean="0"/>
              <a:t> Павел Петрович, доктор технических наук, доцент, профессор кафедры математики и информатики</a:t>
            </a:r>
          </a:p>
          <a:p>
            <a:endParaRPr lang="ru-RU" dirty="0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Начальная">
  <a:themeElements>
    <a:clrScheme name="Начальная">
      <a:dk1>
        <a:sysClr val="windowText" lastClr="000000"/>
      </a:dk1>
      <a:lt1>
        <a:sysClr val="window" lastClr="FFFFFF"/>
      </a:lt1>
      <a:dk2>
        <a:srgbClr val="464653"/>
      </a:dk2>
      <a:lt2>
        <a:srgbClr val="DDE9EC"/>
      </a:lt2>
      <a:accent1>
        <a:srgbClr val="727CA3"/>
      </a:accent1>
      <a:accent2>
        <a:srgbClr val="9FB8CD"/>
      </a:accent2>
      <a:accent3>
        <a:srgbClr val="D2DA7A"/>
      </a:accent3>
      <a:accent4>
        <a:srgbClr val="FADA7A"/>
      </a:accent4>
      <a:accent5>
        <a:srgbClr val="B88472"/>
      </a:accent5>
      <a:accent6>
        <a:srgbClr val="8E736A"/>
      </a:accent6>
      <a:hlink>
        <a:srgbClr val="B292CA"/>
      </a:hlink>
      <a:folHlink>
        <a:srgbClr val="6B5680"/>
      </a:folHlink>
    </a:clrScheme>
    <a:fontScheme name="Начальная">
      <a:majorFont>
        <a:latin typeface="Bookman Old Style"/>
        <a:ea typeface=""/>
        <a:cs typeface=""/>
        <a:font script="Grek" typeface="Cambria"/>
        <a:font script="Cyrl" typeface="Cambria"/>
        <a:font script="Jpan" typeface="HG明朝E"/>
        <a:font script="Hang" typeface="돋움"/>
        <a:font script="Hans" typeface="宋体"/>
        <a:font script="Hant" typeface="標楷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Gill Sans MT"/>
        <a:ea typeface=""/>
        <a:cs typeface=""/>
        <a:font script="Grek" typeface="Calibri"/>
        <a:font script="Cyrl" typeface="Calibri"/>
        <a:font script="Jpan" typeface="ＭＳ Ｐゴシック"/>
        <a:font script="Hang" typeface="맑은 고딕"/>
        <a:font script="Hans" typeface="华文新魏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Начальная">
      <a:fillStyleLst>
        <a:solidFill>
          <a:schemeClr val="phClr"/>
        </a:solidFill>
        <a:gradFill rotWithShape="1">
          <a:gsLst>
            <a:gs pos="0">
              <a:schemeClr val="phClr">
                <a:tint val="45000"/>
                <a:satMod val="200000"/>
              </a:schemeClr>
            </a:gs>
            <a:gs pos="30000">
              <a:schemeClr val="phClr">
                <a:tint val="61000"/>
                <a:satMod val="200000"/>
              </a:schemeClr>
            </a:gs>
            <a:gs pos="45000">
              <a:schemeClr val="phClr">
                <a:tint val="66000"/>
                <a:satMod val="200000"/>
              </a:schemeClr>
            </a:gs>
            <a:gs pos="55000">
              <a:schemeClr val="phClr">
                <a:tint val="66000"/>
                <a:satMod val="200000"/>
              </a:schemeClr>
            </a:gs>
            <a:gs pos="73000">
              <a:schemeClr val="phClr">
                <a:tint val="61000"/>
                <a:satMod val="200000"/>
              </a:schemeClr>
            </a:gs>
            <a:gs pos="100000">
              <a:schemeClr val="phClr">
                <a:tint val="45000"/>
                <a:satMod val="200000"/>
              </a:schemeClr>
            </a:gs>
          </a:gsLst>
          <a:lin ang="950000" scaled="1"/>
        </a:gradFill>
        <a:gradFill rotWithShape="1">
          <a:gsLst>
            <a:gs pos="0">
              <a:schemeClr val="phClr">
                <a:shade val="63000"/>
              </a:schemeClr>
            </a:gs>
            <a:gs pos="30000">
              <a:schemeClr val="phClr">
                <a:shade val="90000"/>
                <a:satMod val="110000"/>
              </a:schemeClr>
            </a:gs>
            <a:gs pos="45000">
              <a:schemeClr val="phClr">
                <a:shade val="100000"/>
                <a:satMod val="118000"/>
              </a:schemeClr>
            </a:gs>
            <a:gs pos="55000">
              <a:schemeClr val="phClr">
                <a:shade val="100000"/>
                <a:satMod val="118000"/>
              </a:schemeClr>
            </a:gs>
            <a:gs pos="73000">
              <a:schemeClr val="phClr">
                <a:shade val="90000"/>
                <a:satMod val="110000"/>
              </a:schemeClr>
            </a:gs>
            <a:gs pos="100000">
              <a:schemeClr val="phClr">
                <a:shade val="63000"/>
              </a:schemeClr>
            </a:gs>
          </a:gsLst>
          <a:lin ang="950000" scaled="1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43000" dir="5400000" rotWithShape="0">
              <a:srgbClr val="000000">
                <a:alpha val="40000"/>
              </a:srgbClr>
            </a:outerShdw>
          </a:effectLst>
          <a:scene3d>
            <a:camera prst="orthographicFront" fov="0">
              <a:rot lat="0" lon="0" rev="0"/>
            </a:camera>
            <a:lightRig rig="balanced" dir="t">
              <a:rot lat="0" lon="0" rev="0"/>
            </a:lightRig>
          </a:scene3d>
          <a:sp3d prstMaterial="matte">
            <a:bevelT w="0" h="0"/>
            <a:contourClr>
              <a:schemeClr val="phClr">
                <a:tint val="100000"/>
                <a:shade val="100000"/>
                <a:hueMod val="100000"/>
                <a:satMod val="100000"/>
              </a:schemeClr>
            </a:contourClr>
          </a:sp3d>
        </a:effectStyle>
        <a:effectStyle>
          <a:effectLst>
            <a:outerShdw blurRad="50800" dist="25400" dir="5400000" rotWithShape="0">
              <a:srgbClr val="000000">
                <a:alpha val="50000"/>
              </a:srgbClr>
            </a:outerShdw>
          </a:effectLst>
          <a:scene3d>
            <a:camera prst="orthographicFront" fov="0">
              <a:rot lat="0" lon="0" rev="0"/>
            </a:camera>
            <a:lightRig rig="soft" dir="t">
              <a:rot lat="0" lon="0" rev="2700000"/>
            </a:lightRig>
          </a:scene3d>
          <a:sp3d prstMaterial="matte">
            <a:bevelT w="50800" h="50800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60000"/>
                <a:satMod val="300000"/>
              </a:schemeClr>
            </a:gs>
            <a:gs pos="30000">
              <a:schemeClr val="phClr">
                <a:shade val="80000"/>
                <a:satMod val="230000"/>
              </a:schemeClr>
            </a:gs>
            <a:gs pos="100000">
              <a:schemeClr val="phClr">
                <a:tint val="97000"/>
                <a:satMod val="22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6000"/>
                <a:satMod val="120000"/>
              </a:schemeClr>
              <a:schemeClr val="phClr">
                <a:tint val="90000"/>
              </a:schemeClr>
            </a:duotone>
          </a:blip>
          <a:tile tx="0" ty="0" sx="35000" sy="40000" flip="x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Origin</Template>
  <TotalTime>70</TotalTime>
  <Words>371</Words>
  <Application>Microsoft Office PowerPoint</Application>
  <PresentationFormat>Экран (4:3)</PresentationFormat>
  <Paragraphs>71</Paragraphs>
  <Slides>11</Slides>
  <Notes>1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11</vt:i4>
      </vt:variant>
    </vt:vector>
  </HeadingPairs>
  <TitlesOfParts>
    <vt:vector size="12" baseType="lpstr">
      <vt:lpstr>Начальная</vt:lpstr>
      <vt:lpstr>  СОВЕРШЕНСТВОВАНИЕ ИНФОРМАЦИОННОГО ОБЕСПЕЧЕНИЯ ДЛЯ СИСТЕМ УПРАВЛЕНИЯ ЖИЗНЕННЫМ ЦИКЛОМ </vt:lpstr>
      <vt:lpstr>Информационное обеспечение</vt:lpstr>
      <vt:lpstr>Управление жизненным циклом</vt:lpstr>
      <vt:lpstr>Жесткость требования к бизнес-процессам </vt:lpstr>
      <vt:lpstr>Данные об объекте </vt:lpstr>
      <vt:lpstr>Модели данных СУБД</vt:lpstr>
      <vt:lpstr>Подготовка ввода данных в СУЖЦ</vt:lpstr>
      <vt:lpstr>Подготовка данных для пользователей</vt:lpstr>
      <vt:lpstr>Передача данных в другие системы</vt:lpstr>
      <vt:lpstr>Выводы </vt:lpstr>
      <vt:lpstr>Благодарю за внимание!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СОВЕРШЕНСТВОВАНИЕ ИНФОРМАЦИОННОГО ОБЕСПЕЧЕНИЯ ДЛЯ СИСТЕМ УПРАВЛЕНИЯ ЖИЗНЕННЫМ ЦИКЛОМ</dc:title>
  <dc:creator>Андрей</dc:creator>
  <cp:lastModifiedBy>Андрей</cp:lastModifiedBy>
  <cp:revision>15</cp:revision>
  <dcterms:created xsi:type="dcterms:W3CDTF">2016-01-03T17:15:27Z</dcterms:created>
  <dcterms:modified xsi:type="dcterms:W3CDTF">2016-01-03T18:26:24Z</dcterms:modified>
</cp:coreProperties>
</file>