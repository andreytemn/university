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83" d="100"/>
          <a:sy n="83" d="100"/>
        </p:scale>
        <p:origin x="-1188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PresentationFormat>Экран (4:3)</PresentationFormat>
  <Paragraphs>0</Paragraphs>
  <Slides>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2" baseType="lpstr">
      <vt:lpstr>Тема Office</vt:lpstr>
      <vt:lpstr>Слайд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TemnikovAV</dc:creator>
  <cp:lastModifiedBy>TemnikovAV</cp:lastModifiedBy>
  <cp:revision>1</cp:revision>
  <dcterms:created xsi:type="dcterms:W3CDTF">2016-01-11T05:54:02Z</dcterms:created>
  <dcterms:modified xsi:type="dcterms:W3CDTF">2016-01-11T05:54:51Z</dcterms:modified>
</cp:coreProperties>
</file>